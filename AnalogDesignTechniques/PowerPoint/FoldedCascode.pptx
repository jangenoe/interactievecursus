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Folded Cascode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Small Signal models for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February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Theoretical folded cascode configuration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226" y="539496"/>
            <a:ext cx="448354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Practical folded cascode amplifier stage configuration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920" y="539496"/>
            <a:ext cx="69221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Circuit block under consideration for measuring the folded cascode output impedance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209" y="539496"/>
            <a:ext cx="611358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