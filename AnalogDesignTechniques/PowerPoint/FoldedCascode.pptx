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Folded Cascode Stage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Small Signal models for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February 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Theoretical folded cascode configuration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4226" y="539496"/>
            <a:ext cx="448354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Practical folded cascode amplifier stage configuration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4920" y="539496"/>
            <a:ext cx="692216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200" b="1" i="0">
                <a:latin typeface="Arial"/>
              </a:rPr>
              <a:t>Circuit block under consideration for measuring the folded cascode output impedance</a:t>
            </a:r>
            <a:endParaRPr sz="2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9209" y="539496"/>
            <a:ext cx="611358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