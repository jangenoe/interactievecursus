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Capacitive Voltage conversion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On Chip DC-DC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February 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136" y="539496"/>
            <a:ext cx="805772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062" y="539496"/>
            <a:ext cx="738187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009" y="539496"/>
            <a:ext cx="717598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062" y="539496"/>
            <a:ext cx="738187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346" y="539496"/>
            <a:ext cx="741730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346" y="539496"/>
            <a:ext cx="741730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571" y="539496"/>
            <a:ext cx="239485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590" y="539496"/>
            <a:ext cx="732282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