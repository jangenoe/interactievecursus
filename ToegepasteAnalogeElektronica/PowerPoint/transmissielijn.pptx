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gi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gi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gi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gi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gi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gi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gi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gi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gi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gi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6.gi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Transmissielijnen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Modellen voor AC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Soorten transmissielijnen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57" y="539496"/>
            <a:ext cx="991328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 en H veld in een coax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111" y="539496"/>
            <a:ext cx="540577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Netwerk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334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596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2248742"/>
            <a:ext cx="69723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248742"/>
            <a:ext cx="4724400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z infinitisimaal klein maken: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2" y="2248742"/>
            <a:ext cx="307657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We groeperen van stroom en spanning: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62" y="2248742"/>
            <a:ext cx="341947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Beide vergelijkingen combineren geeft: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337" y="2248742"/>
            <a:ext cx="2981325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We groeperen stroom en spanning: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2" y="2248742"/>
            <a:ext cx="273367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We schrijven het resultaat in de vorm van karakteristieke impedantie: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5" y="2248742"/>
            <a:ext cx="2533650" cy="885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87" y="4323287"/>
            <a:ext cx="2943225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Vereenvoudigd kleinsignaal model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37" y="2248742"/>
            <a:ext cx="176212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Doorsnede coax kabel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129" y="539496"/>
            <a:ext cx="831174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Verloop van de karakteristieke impedantie van een RG-58 coax als functie van de frequentie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267" y="539496"/>
            <a:ext cx="587146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Doorsnede twisted pair kabel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717" y="539496"/>
            <a:ext cx="990456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Verloop van de karakteristieke impedantie van een microstriplijn als functie van de dimensies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556" y="539496"/>
            <a:ext cx="787288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300" b="1" i="0">
                <a:latin typeface="Arial"/>
              </a:rPr>
              <a:t>Dielectrische constante van een microstriplijn als functie van de dimensies</a:t>
            </a:r>
            <a:endParaRPr sz="23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704" y="539496"/>
            <a:ext cx="769259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600" b="1" i="0">
                <a:latin typeface="Arial"/>
              </a:rPr>
              <a:t>Dimensie selectie: vereiste microstriplijn karakteristieke impedantie</a:t>
            </a:r>
            <a:endParaRPr sz="26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266" y="539496"/>
            <a:ext cx="768546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De relatie tussen effectieve dielectrische constante en karakteristieke impedantie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247" y="539496"/>
            <a:ext cx="766550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Andere transmissie lijnconfiguraties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Afgeschermd paar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01" y="539496"/>
            <a:ext cx="619259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Paar met geleiders van gelijke dikte 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473" y="539496"/>
            <a:ext cx="843305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Paar met verschillende geleiders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84" y="539496"/>
            <a:ext cx="1017563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Kabel met 5 geleiders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12" y="539496"/>
            <a:ext cx="697757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Coax met wedge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166" y="539496"/>
            <a:ext cx="738566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Geballanceerde geleiders in rechthoekig afscherming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39" y="539496"/>
            <a:ext cx="927332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4 geballanceerde geleiders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532" y="539496"/>
            <a:ext cx="811293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Geballanceerde geleiders tussen grondvlakken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270" y="539496"/>
            <a:ext cx="87154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Geballanceerde geleiders tussen grondvlakken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40" y="539496"/>
            <a:ext cx="95727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Geleiders boven grondvlak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689" y="539496"/>
            <a:ext cx="977462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Geleider boven grondvlak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689" y="539496"/>
            <a:ext cx="977462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Geleiders boven grondvlak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12" y="539496"/>
            <a:ext cx="83371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Geleiders boven grondvlak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12" y="539496"/>
            <a:ext cx="83371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Geleider tussen grondvlakken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40" y="539496"/>
            <a:ext cx="95727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Geleider in een vierkantige enclosure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Geleiderpaar in een coax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01" y="539496"/>
            <a:ext cx="619259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