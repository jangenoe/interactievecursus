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  <p:sldId id="270" r:id="rId27"/>
    <p:sldId id="271" r:id="rId28"/>
    <p:sldId id="272" r:id="rId29"/>
    <p:sldId id="273" r:id="rId30"/>
    <p:sldId id="274" r:id="rId31"/>
    <p:sldId id="275" r:id="rId32"/>
    <p:sldId id="276" r:id="rId33"/>
    <p:sldId id="277" r:id="rId34"/>
    <p:sldId id="278" r:id="rId35"/>
    <p:sldId id="279" r:id="rId36"/>
    <p:sldId id="280" r:id="rId37"/>
    <p:sldId id="281" r:id="rId38"/>
    <p:sldId id="282" r:id="rId39"/>
    <p:sldId id="283" r:id="rId40"/>
    <p:sldId id="284" r:id="rId41"/>
    <p:sldId id="285" r:id="rId42"/>
    <p:sldId id="286" r:id="rId43"/>
    <p:sldId id="287" r:id="rId44"/>
    <p:sldId id="288" r:id="rId45"/>
    <p:sldId id="289" r:id="rId46"/>
    <p:sldId id="290" r:id="rId47"/>
    <p:sldId id="291" r:id="rId48"/>
    <p:sldId id="292" r:id="rId49"/>
    <p:sldId id="293" r:id="rId50"/>
    <p:sldId id="294" r:id="rId51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Relationship Id="rId24" Type="http://schemas.openxmlformats.org/officeDocument/2006/relationships/slide" Target="slides/slide12.xml"/><Relationship Id="rId25" Type="http://schemas.openxmlformats.org/officeDocument/2006/relationships/slide" Target="slides/slide13.xml"/><Relationship Id="rId26" Type="http://schemas.openxmlformats.org/officeDocument/2006/relationships/slide" Target="slides/slide14.xml"/><Relationship Id="rId27" Type="http://schemas.openxmlformats.org/officeDocument/2006/relationships/slide" Target="slides/slide15.xml"/><Relationship Id="rId28" Type="http://schemas.openxmlformats.org/officeDocument/2006/relationships/slide" Target="slides/slide16.xml"/><Relationship Id="rId29" Type="http://schemas.openxmlformats.org/officeDocument/2006/relationships/slide" Target="slides/slide17.xml"/><Relationship Id="rId30" Type="http://schemas.openxmlformats.org/officeDocument/2006/relationships/slide" Target="slides/slide18.xml"/><Relationship Id="rId31" Type="http://schemas.openxmlformats.org/officeDocument/2006/relationships/slide" Target="slides/slide19.xml"/><Relationship Id="rId32" Type="http://schemas.openxmlformats.org/officeDocument/2006/relationships/slide" Target="slides/slide20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23.xml"/><Relationship Id="rId36" Type="http://schemas.openxmlformats.org/officeDocument/2006/relationships/slide" Target="slides/slide24.xml"/><Relationship Id="rId37" Type="http://schemas.openxmlformats.org/officeDocument/2006/relationships/slide" Target="slides/slide25.xml"/><Relationship Id="rId38" Type="http://schemas.openxmlformats.org/officeDocument/2006/relationships/slide" Target="slides/slide26.xml"/><Relationship Id="rId39" Type="http://schemas.openxmlformats.org/officeDocument/2006/relationships/slide" Target="slides/slide27.xml"/><Relationship Id="rId40" Type="http://schemas.openxmlformats.org/officeDocument/2006/relationships/slide" Target="slides/slide28.xml"/><Relationship Id="rId41" Type="http://schemas.openxmlformats.org/officeDocument/2006/relationships/slide" Target="slides/slide29.xml"/><Relationship Id="rId42" Type="http://schemas.openxmlformats.org/officeDocument/2006/relationships/slide" Target="slides/slide30.xml"/><Relationship Id="rId43" Type="http://schemas.openxmlformats.org/officeDocument/2006/relationships/slide" Target="slides/slide31.xml"/><Relationship Id="rId44" Type="http://schemas.openxmlformats.org/officeDocument/2006/relationships/slide" Target="slides/slide32.xml"/><Relationship Id="rId45" Type="http://schemas.openxmlformats.org/officeDocument/2006/relationships/slide" Target="slides/slide33.xml"/><Relationship Id="rId46" Type="http://schemas.openxmlformats.org/officeDocument/2006/relationships/slide" Target="slides/slide34.xml"/><Relationship Id="rId47" Type="http://schemas.openxmlformats.org/officeDocument/2006/relationships/slide" Target="slides/slide35.xml"/><Relationship Id="rId48" Type="http://schemas.openxmlformats.org/officeDocument/2006/relationships/slide" Target="slides/slide36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1.gif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2.gif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3.gif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4.gif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5.gif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6.gif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7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8.gif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9.gif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0.gif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1.gif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2.gif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3.gif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4.gif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5.gif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46.gif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Transmissielijnen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Modellen voor AC analyse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November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Soorten transmissielijnen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9357" y="539496"/>
            <a:ext cx="991328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E en H veld in een coax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111" y="539496"/>
            <a:ext cx="540577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Netwerk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3349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59662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9850" y="2248742"/>
            <a:ext cx="6972300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3800" y="2248742"/>
            <a:ext cx="4724400" cy="119062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z infinitisimaal klein maken: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712" y="2248742"/>
            <a:ext cx="3076575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groeperen van stroom en spanning: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6262" y="2248742"/>
            <a:ext cx="3419475" cy="990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Beide vergelijkingen combineren geeft: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5337" y="2248742"/>
            <a:ext cx="2981325" cy="92392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groeperen stroom en spanning: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9162" y="2248742"/>
            <a:ext cx="2733675" cy="90487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We schrijven het resultaat in de vorm van karakteristieke impedantie: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175" y="2248742"/>
            <a:ext cx="2533650" cy="8858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387" y="4323287"/>
            <a:ext cx="2943225" cy="11906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Vereenvoudigd kleinsignaal model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4937" y="2248742"/>
            <a:ext cx="1762125" cy="952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Doorsnede coax kabel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129" y="539496"/>
            <a:ext cx="831174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Verloop van de karakteristieke impedantie van een RG-58 coax als functie van de frequentie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0267" y="539496"/>
            <a:ext cx="587146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Doorsnede twisted pair kabel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717" y="539496"/>
            <a:ext cx="990456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Verloop van de karakteristieke impedantie van een microstriplijn als functie van de dimensies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9556" y="539496"/>
            <a:ext cx="7872887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300" b="1" i="0">
                <a:latin typeface="Arial"/>
              </a:rPr>
              <a:t>Dielectrische constante van een microstriplijn als functie van de dimensies</a:t>
            </a:r>
            <a:endParaRPr sz="23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9704" y="539496"/>
            <a:ext cx="769259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600" b="1" i="0">
                <a:latin typeface="Arial"/>
              </a:rPr>
              <a:t>Dimensie selectie: vereiste microstriplijn karakteristieke impedantie</a:t>
            </a:r>
            <a:endParaRPr sz="26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3266" y="539496"/>
            <a:ext cx="768546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2200" b="1" i="0">
                <a:latin typeface="Arial"/>
              </a:rPr>
              <a:t>De relatie tussen effectieve dielectrische constante en karakteristieke impedantie</a:t>
            </a:r>
            <a:endParaRPr sz="2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3247" y="539496"/>
            <a:ext cx="766550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Andere transmissie lijnconfiguraties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Afgeschermd paar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701" y="539496"/>
            <a:ext cx="619259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Paar met geleiders van gelijke dikte 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9473" y="539496"/>
            <a:ext cx="8433054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Paar met verschillende geleiders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8184" y="539496"/>
            <a:ext cx="1017563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Kabel met 5 geleiders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7212" y="539496"/>
            <a:ext cx="697757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Coax met wedge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166" y="539496"/>
            <a:ext cx="738566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Geballanceerde geleiders in rechthoekig afscherming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9339" y="539496"/>
            <a:ext cx="9273322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4 geballanceerde geleiders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532" y="539496"/>
            <a:ext cx="8112935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Geballanceerde geleiders tussen grondvlakken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270" y="539496"/>
            <a:ext cx="871546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Geballanceerde geleiders tussen grondvlakken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40" y="539496"/>
            <a:ext cx="95727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Geleiders boven grondvlak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689" y="539496"/>
            <a:ext cx="977462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 boven grondvlak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8689" y="539496"/>
            <a:ext cx="9774621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Geleiders boven grondvlak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412" y="539496"/>
            <a:ext cx="83371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Geleiders boven grondvlak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412" y="539496"/>
            <a:ext cx="83371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 tussen grondvlakken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640" y="539496"/>
            <a:ext cx="9572719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 in een vierkantige enclosure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Geleiderpaar in een coax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701" y="539496"/>
            <a:ext cx="6192598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