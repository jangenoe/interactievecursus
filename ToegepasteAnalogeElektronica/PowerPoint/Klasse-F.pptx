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D41"/>
    <a:srgbClr val="00407A"/>
    <a:srgbClr val="00417E"/>
    <a:srgbClr val="CCD9E5"/>
    <a:srgbClr val="1D8DB0"/>
    <a:srgbClr val="2F4D5D"/>
    <a:srgbClr val="DCE7F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45133F-5F20-694B-80A0-FFA82CA13C3D}" v="6" dt="2025-01-15T14:53:06.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76" autoAdjust="0"/>
    <p:restoredTop sz="94635"/>
  </p:normalViewPr>
  <p:slideViewPr>
    <p:cSldViewPr snapToGrid="0">
      <p:cViewPr>
        <p:scale>
          <a:sx n="100" d="100"/>
          <a:sy n="100" d="100"/>
        </p:scale>
        <p:origin x="2008" y="59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l Titeca" userId="e309ecbf-1eb1-4781-a08b-88c329732184" providerId="ADAL" clId="{E21B21D8-D0A4-3F40-8E97-8C10D55D8AD9}"/>
    <pc:docChg chg="undo custSel addSld delSld modSld modMainMaster">
      <pc:chgData name="Karel Titeca" userId="e309ecbf-1eb1-4781-a08b-88c329732184" providerId="ADAL" clId="{E21B21D8-D0A4-3F40-8E97-8C10D55D8AD9}" dt="2025-01-10T09:12:25.370" v="82" actId="2696"/>
      <pc:docMkLst>
        <pc:docMk/>
      </pc:docMkLst>
      <pc:sldChg chg="del">
        <pc:chgData name="Karel Titeca" userId="e309ecbf-1eb1-4781-a08b-88c329732184" providerId="ADAL" clId="{E21B21D8-D0A4-3F40-8E97-8C10D55D8AD9}" dt="2025-01-09T13:35:50.278" v="48" actId="2696"/>
        <pc:sldMkLst>
          <pc:docMk/>
          <pc:sldMk cId="1271260813" sldId="267"/>
        </pc:sldMkLst>
      </pc:sldChg>
      <pc:sldChg chg="del setBg">
        <pc:chgData name="Karel Titeca" userId="e309ecbf-1eb1-4781-a08b-88c329732184" providerId="ADAL" clId="{E21B21D8-D0A4-3F40-8E97-8C10D55D8AD9}" dt="2025-01-09T13:35:50.278" v="48" actId="2696"/>
        <pc:sldMkLst>
          <pc:docMk/>
          <pc:sldMk cId="508426678" sldId="271"/>
        </pc:sldMkLst>
      </pc:sldChg>
      <pc:sldChg chg="addSp delSp modSp mod chgLayout">
        <pc:chgData name="Karel Titeca" userId="e309ecbf-1eb1-4781-a08b-88c329732184" providerId="ADAL" clId="{E21B21D8-D0A4-3F40-8E97-8C10D55D8AD9}" dt="2025-01-10T09:08:36.639" v="78" actId="931"/>
        <pc:sldMkLst>
          <pc:docMk/>
          <pc:sldMk cId="1969548842" sldId="272"/>
        </pc:sldMkLst>
        <pc:spChg chg="add mod ord">
          <ac:chgData name="Karel Titeca" userId="e309ecbf-1eb1-4781-a08b-88c329732184" providerId="ADAL" clId="{E21B21D8-D0A4-3F40-8E97-8C10D55D8AD9}" dt="2025-01-09T13:41:41.789" v="74" actId="700"/>
          <ac:spMkLst>
            <pc:docMk/>
            <pc:sldMk cId="1969548842" sldId="272"/>
            <ac:spMk id="21" creationId="{DF82E9FA-B200-B169-064F-EF43B636FD1A}"/>
          </ac:spMkLst>
        </pc:spChg>
        <pc:picChg chg="add mod">
          <ac:chgData name="Karel Titeca" userId="e309ecbf-1eb1-4781-a08b-88c329732184" providerId="ADAL" clId="{E21B21D8-D0A4-3F40-8E97-8C10D55D8AD9}" dt="2025-01-10T09:08:36.639" v="78" actId="931"/>
          <ac:picMkLst>
            <pc:docMk/>
            <pc:sldMk cId="1969548842" sldId="272"/>
            <ac:picMk id="5" creationId="{8A6B8130-7EF4-8DFD-935B-5EAA169EE541}"/>
          </ac:picMkLst>
        </pc:picChg>
      </pc:sldChg>
      <pc:sldChg chg="del setBg">
        <pc:chgData name="Karel Titeca" userId="e309ecbf-1eb1-4781-a08b-88c329732184" providerId="ADAL" clId="{E21B21D8-D0A4-3F40-8E97-8C10D55D8AD9}" dt="2025-01-09T13:35:50.278" v="48" actId="2696"/>
        <pc:sldMkLst>
          <pc:docMk/>
          <pc:sldMk cId="615588416" sldId="273"/>
        </pc:sldMkLst>
      </pc:sldChg>
      <pc:sldChg chg="new del">
        <pc:chgData name="Karel Titeca" userId="e309ecbf-1eb1-4781-a08b-88c329732184" providerId="ADAL" clId="{E21B21D8-D0A4-3F40-8E97-8C10D55D8AD9}" dt="2025-01-10T09:12:25.370" v="82" actId="2696"/>
        <pc:sldMkLst>
          <pc:docMk/>
          <pc:sldMk cId="3841677715" sldId="273"/>
        </pc:sldMkLst>
      </pc:sldChg>
      <pc:sldChg chg="new del">
        <pc:chgData name="Karel Titeca" userId="e309ecbf-1eb1-4781-a08b-88c329732184" providerId="ADAL" clId="{E21B21D8-D0A4-3F40-8E97-8C10D55D8AD9}" dt="2025-01-10T09:12:22.787" v="81" actId="2696"/>
        <pc:sldMkLst>
          <pc:docMk/>
          <pc:sldMk cId="682381677" sldId="274"/>
        </pc:sldMkLst>
      </pc:sldChg>
      <pc:sldChg chg="del">
        <pc:chgData name="Karel Titeca" userId="e309ecbf-1eb1-4781-a08b-88c329732184" providerId="ADAL" clId="{E21B21D8-D0A4-3F40-8E97-8C10D55D8AD9}" dt="2025-01-09T13:35:50.278" v="48" actId="2696"/>
        <pc:sldMkLst>
          <pc:docMk/>
          <pc:sldMk cId="4262873472" sldId="274"/>
        </pc:sldMkLst>
      </pc:sldChg>
      <pc:sldChg chg="del">
        <pc:chgData name="Karel Titeca" userId="e309ecbf-1eb1-4781-a08b-88c329732184" providerId="ADAL" clId="{E21B21D8-D0A4-3F40-8E97-8C10D55D8AD9}" dt="2025-01-09T13:35:50.278" v="48" actId="2696"/>
        <pc:sldMkLst>
          <pc:docMk/>
          <pc:sldMk cId="1688863856" sldId="275"/>
        </pc:sldMkLst>
      </pc:sldChg>
      <pc:sldChg chg="del">
        <pc:chgData name="Karel Titeca" userId="e309ecbf-1eb1-4781-a08b-88c329732184" providerId="ADAL" clId="{E21B21D8-D0A4-3F40-8E97-8C10D55D8AD9}" dt="2025-01-09T13:35:50.278" v="48" actId="2696"/>
        <pc:sldMkLst>
          <pc:docMk/>
          <pc:sldMk cId="1642340622" sldId="276"/>
        </pc:sldMkLst>
      </pc:sldChg>
      <pc:sldMasterChg chg="modSldLayout">
        <pc:chgData name="Karel Titeca" userId="e309ecbf-1eb1-4781-a08b-88c329732184" providerId="ADAL" clId="{E21B21D8-D0A4-3F40-8E97-8C10D55D8AD9}" dt="2025-01-09T13:36:45.927" v="56"/>
        <pc:sldMasterMkLst>
          <pc:docMk/>
          <pc:sldMasterMk cId="463755981" sldId="2147483648"/>
        </pc:sldMasterMkLst>
        <pc:sldLayoutChg chg="addSp delSp modSp mod setBg">
          <pc:chgData name="Karel Titeca" userId="e309ecbf-1eb1-4781-a08b-88c329732184" providerId="ADAL" clId="{E21B21D8-D0A4-3F40-8E97-8C10D55D8AD9}" dt="2025-01-09T13:36:45.927" v="56"/>
          <pc:sldLayoutMkLst>
            <pc:docMk/>
            <pc:sldMasterMk cId="463755981" sldId="2147483648"/>
            <pc:sldLayoutMk cId="2102180824" sldId="2147483650"/>
          </pc:sldLayoutMkLst>
        </pc:sldLayoutChg>
        <pc:sldLayoutChg chg="addSp delSp modSp mod setBg">
          <pc:chgData name="Karel Titeca" userId="e309ecbf-1eb1-4781-a08b-88c329732184" providerId="ADAL" clId="{E21B21D8-D0A4-3F40-8E97-8C10D55D8AD9}" dt="2025-01-09T13:36:39.816" v="53"/>
          <pc:sldLayoutMkLst>
            <pc:docMk/>
            <pc:sldMasterMk cId="463755981" sldId="2147483648"/>
            <pc:sldLayoutMk cId="955606081" sldId="2147483666"/>
          </pc:sldLayoutMkLst>
        </pc:sldLayoutChg>
      </pc:sldMasterChg>
    </pc:docChg>
  </pc:docChgLst>
  <pc:docChgLst>
    <pc:chgData name="Machteld Van den Neste" userId="8615916f-9347-4b42-93ba-e5bd1dd13089" providerId="ADAL" clId="{61B0EDAE-C254-4FB6-99BB-9B6D44090C99}"/>
    <pc:docChg chg="undo custSel addSld delSld modSld modMainMaster">
      <pc:chgData name="Machteld Van den Neste" userId="8615916f-9347-4b42-93ba-e5bd1dd13089" providerId="ADAL" clId="{61B0EDAE-C254-4FB6-99BB-9B6D44090C99}" dt="2025-01-02T09:47:30.990" v="249" actId="478"/>
      <pc:docMkLst>
        <pc:docMk/>
      </pc:docMkLst>
      <pc:sldChg chg="modSp del">
        <pc:chgData name="Machteld Van den Neste" userId="8615916f-9347-4b42-93ba-e5bd1dd13089" providerId="ADAL" clId="{61B0EDAE-C254-4FB6-99BB-9B6D44090C99}" dt="2025-01-02T08:50:25.549" v="47" actId="47"/>
        <pc:sldMkLst>
          <pc:docMk/>
          <pc:sldMk cId="377603362" sldId="256"/>
        </pc:sldMkLst>
      </pc:sldChg>
      <pc:sldChg chg="del">
        <pc:chgData name="Machteld Van den Neste" userId="8615916f-9347-4b42-93ba-e5bd1dd13089" providerId="ADAL" clId="{61B0EDAE-C254-4FB6-99BB-9B6D44090C99}" dt="2025-01-02T08:57:21.143" v="72" actId="47"/>
        <pc:sldMkLst>
          <pc:docMk/>
          <pc:sldMk cId="375218072" sldId="258"/>
        </pc:sldMkLst>
      </pc:sldChg>
      <pc:sldChg chg="del">
        <pc:chgData name="Machteld Van den Neste" userId="8615916f-9347-4b42-93ba-e5bd1dd13089" providerId="ADAL" clId="{61B0EDAE-C254-4FB6-99BB-9B6D44090C99}" dt="2025-01-02T09:06:42.738" v="121" actId="47"/>
        <pc:sldMkLst>
          <pc:docMk/>
          <pc:sldMk cId="532101724" sldId="268"/>
        </pc:sldMkLst>
      </pc:sldChg>
      <pc:sldChg chg="del">
        <pc:chgData name="Machteld Van den Neste" userId="8615916f-9347-4b42-93ba-e5bd1dd13089" providerId="ADAL" clId="{61B0EDAE-C254-4FB6-99BB-9B6D44090C99}" dt="2025-01-02T09:04:56.634" v="115" actId="47"/>
        <pc:sldMkLst>
          <pc:docMk/>
          <pc:sldMk cId="2409383368" sldId="269"/>
        </pc:sldMkLst>
      </pc:sldChg>
      <pc:sldChg chg="delSp modSp del mod">
        <pc:chgData name="Machteld Van den Neste" userId="8615916f-9347-4b42-93ba-e5bd1dd13089" providerId="ADAL" clId="{61B0EDAE-C254-4FB6-99BB-9B6D44090C99}" dt="2025-01-02T09:11:32.260" v="143" actId="47"/>
        <pc:sldMkLst>
          <pc:docMk/>
          <pc:sldMk cId="1603027037" sldId="270"/>
        </pc:sldMkLst>
      </pc:sldChg>
      <pc:sldChg chg="addSp delSp modSp new del mod">
        <pc:chgData name="Machteld Van den Neste" userId="8615916f-9347-4b42-93ba-e5bd1dd13089" providerId="ADAL" clId="{61B0EDAE-C254-4FB6-99BB-9B6D44090C99}" dt="2025-01-02T08:57:19.268" v="71" actId="47"/>
        <pc:sldMkLst>
          <pc:docMk/>
          <pc:sldMk cId="1107228455" sldId="272"/>
        </pc:sldMkLst>
      </pc:sldChg>
      <pc:sldChg chg="addSp delSp modSp new del mod setBg">
        <pc:chgData name="Machteld Van den Neste" userId="8615916f-9347-4b42-93ba-e5bd1dd13089" providerId="ADAL" clId="{61B0EDAE-C254-4FB6-99BB-9B6D44090C99}" dt="2025-01-02T08:48:49.262" v="39" actId="47"/>
        <pc:sldMkLst>
          <pc:docMk/>
          <pc:sldMk cId="1433282686" sldId="272"/>
        </pc:sldMkLst>
      </pc:sldChg>
      <pc:sldChg chg="addSp delSp modSp new mod">
        <pc:chgData name="Machteld Van den Neste" userId="8615916f-9347-4b42-93ba-e5bd1dd13089" providerId="ADAL" clId="{61B0EDAE-C254-4FB6-99BB-9B6D44090C99}" dt="2025-01-02T09:47:27.477" v="248" actId="478"/>
        <pc:sldMkLst>
          <pc:docMk/>
          <pc:sldMk cId="1969548842" sldId="272"/>
        </pc:sldMkLst>
      </pc:sldChg>
      <pc:sldChg chg="new">
        <pc:chgData name="Machteld Van den Neste" userId="8615916f-9347-4b42-93ba-e5bd1dd13089" providerId="ADAL" clId="{61B0EDAE-C254-4FB6-99BB-9B6D44090C99}" dt="2025-01-02T08:57:34.417" v="74" actId="680"/>
        <pc:sldMkLst>
          <pc:docMk/>
          <pc:sldMk cId="615588416" sldId="273"/>
        </pc:sldMkLst>
      </pc:sldChg>
      <pc:sldChg chg="new">
        <pc:chgData name="Machteld Van den Neste" userId="8615916f-9347-4b42-93ba-e5bd1dd13089" providerId="ADAL" clId="{61B0EDAE-C254-4FB6-99BB-9B6D44090C99}" dt="2025-01-02T09:05:02.753" v="116" actId="680"/>
        <pc:sldMkLst>
          <pc:docMk/>
          <pc:sldMk cId="4262873472" sldId="274"/>
        </pc:sldMkLst>
      </pc:sldChg>
      <pc:sldChg chg="new">
        <pc:chgData name="Machteld Van den Neste" userId="8615916f-9347-4b42-93ba-e5bd1dd13089" providerId="ADAL" clId="{61B0EDAE-C254-4FB6-99BB-9B6D44090C99}" dt="2025-01-02T09:06:48.676" v="122" actId="680"/>
        <pc:sldMkLst>
          <pc:docMk/>
          <pc:sldMk cId="1688863856" sldId="275"/>
        </pc:sldMkLst>
      </pc:sldChg>
      <pc:sldChg chg="addSp delSp modSp new del mod setBg">
        <pc:chgData name="Machteld Van den Neste" userId="8615916f-9347-4b42-93ba-e5bd1dd13089" providerId="ADAL" clId="{61B0EDAE-C254-4FB6-99BB-9B6D44090C99}" dt="2025-01-02T09:36:18.497" v="222" actId="47"/>
        <pc:sldMkLst>
          <pc:docMk/>
          <pc:sldMk cId="284695013" sldId="276"/>
        </pc:sldMkLst>
      </pc:sldChg>
      <pc:sldChg chg="addSp delSp modSp new mod">
        <pc:chgData name="Machteld Van den Neste" userId="8615916f-9347-4b42-93ba-e5bd1dd13089" providerId="ADAL" clId="{61B0EDAE-C254-4FB6-99BB-9B6D44090C99}" dt="2025-01-02T09:47:30.990" v="249" actId="478"/>
        <pc:sldMkLst>
          <pc:docMk/>
          <pc:sldMk cId="1642340622" sldId="276"/>
        </pc:sldMkLst>
      </pc:sldChg>
      <pc:sldChg chg="new del">
        <pc:chgData name="Machteld Van den Neste" userId="8615916f-9347-4b42-93ba-e5bd1dd13089" providerId="ADAL" clId="{61B0EDAE-C254-4FB6-99BB-9B6D44090C99}" dt="2025-01-02T09:43:12.032" v="240" actId="47"/>
        <pc:sldMkLst>
          <pc:docMk/>
          <pc:sldMk cId="3324634744" sldId="276"/>
        </pc:sldMkLst>
      </pc:sldChg>
      <pc:sldMasterChg chg="mod addSldLayout modSldLayout">
        <pc:chgData name="Machteld Van den Neste" userId="8615916f-9347-4b42-93ba-e5bd1dd13089" providerId="ADAL" clId="{61B0EDAE-C254-4FB6-99BB-9B6D44090C99}" dt="2025-01-02T09:41:54.269" v="239" actId="14100"/>
        <pc:sldMasterMkLst>
          <pc:docMk/>
          <pc:sldMasterMk cId="463755981" sldId="2147483648"/>
        </pc:sldMasterMkLst>
        <pc:sldLayoutChg chg="addSp delSp modSp mod setBg">
          <pc:chgData name="Machteld Van den Neste" userId="8615916f-9347-4b42-93ba-e5bd1dd13089" providerId="ADAL" clId="{61B0EDAE-C254-4FB6-99BB-9B6D44090C99}" dt="2025-01-02T08:55:35.661" v="55" actId="478"/>
          <pc:sldLayoutMkLst>
            <pc:docMk/>
            <pc:sldMasterMk cId="463755981" sldId="2147483648"/>
            <pc:sldLayoutMk cId="1128617704" sldId="2147483649"/>
          </pc:sldLayoutMkLst>
          <pc:spChg chg="mod">
            <ac:chgData name="Machteld Van den Neste" userId="8615916f-9347-4b42-93ba-e5bd1dd13089" providerId="ADAL" clId="{61B0EDAE-C254-4FB6-99BB-9B6D44090C99}" dt="2025-01-02T08:48:08.631" v="32" actId="1076"/>
            <ac:spMkLst>
              <pc:docMk/>
              <pc:sldMasterMk cId="463755981" sldId="2147483648"/>
              <pc:sldLayoutMk cId="1128617704" sldId="2147483649"/>
              <ac:spMk id="6" creationId="{F0056D20-55F3-317C-6661-10BE3B5BC581}"/>
            </ac:spMkLst>
          </pc:spChg>
        </pc:sldLayoutChg>
        <pc:sldLayoutChg chg="addSp delSp modSp mod setBg">
          <pc:chgData name="Machteld Van den Neste" userId="8615916f-9347-4b42-93ba-e5bd1dd13089" providerId="ADAL" clId="{61B0EDAE-C254-4FB6-99BB-9B6D44090C99}" dt="2025-01-02T08:56:33.236" v="70"/>
          <pc:sldLayoutMkLst>
            <pc:docMk/>
            <pc:sldMasterMk cId="463755981" sldId="2147483648"/>
            <pc:sldLayoutMk cId="2102180824" sldId="2147483650"/>
          </pc:sldLayoutMkLst>
        </pc:sldLayoutChg>
        <pc:sldLayoutChg chg="addSp delSp modSp mod">
          <pc:chgData name="Machteld Van den Neste" userId="8615916f-9347-4b42-93ba-e5bd1dd13089" providerId="ADAL" clId="{61B0EDAE-C254-4FB6-99BB-9B6D44090C99}" dt="2025-01-02T09:41:54.269" v="239" actId="14100"/>
          <pc:sldLayoutMkLst>
            <pc:docMk/>
            <pc:sldMasterMk cId="463755981" sldId="2147483648"/>
            <pc:sldLayoutMk cId="0" sldId="2147483661"/>
          </pc:sldLayoutMkLst>
          <pc:spChg chg="add mod ord">
            <ac:chgData name="Machteld Van den Neste" userId="8615916f-9347-4b42-93ba-e5bd1dd13089" providerId="ADAL" clId="{61B0EDAE-C254-4FB6-99BB-9B6D44090C99}" dt="2025-01-02T09:41:54.269" v="239" actId="14100"/>
            <ac:spMkLst>
              <pc:docMk/>
              <pc:sldMasterMk cId="463755981" sldId="2147483648"/>
              <pc:sldLayoutMk cId="0" sldId="2147483661"/>
              <ac:spMk id="3" creationId="{13391891-52D5-B43E-96A4-81AFBB31486B}"/>
            </ac:spMkLst>
          </pc:spChg>
          <pc:spChg chg="add mod">
            <ac:chgData name="Machteld Van den Neste" userId="8615916f-9347-4b42-93ba-e5bd1dd13089" providerId="ADAL" clId="{61B0EDAE-C254-4FB6-99BB-9B6D44090C99}" dt="2025-01-02T09:41:47.227" v="238" actId="3064"/>
            <ac:spMkLst>
              <pc:docMk/>
              <pc:sldMasterMk cId="463755981" sldId="2147483648"/>
              <pc:sldLayoutMk cId="0" sldId="2147483661"/>
              <ac:spMk id="4" creationId="{2E78632D-E6A2-312C-C612-BDDFA57CA267}"/>
            </ac:spMkLst>
          </pc:spChg>
        </pc:sldLayoutChg>
        <pc:sldLayoutChg chg="addSp delSp modSp mod">
          <pc:chgData name="Machteld Van den Neste" userId="8615916f-9347-4b42-93ba-e5bd1dd13089" providerId="ADAL" clId="{61B0EDAE-C254-4FB6-99BB-9B6D44090C99}" dt="2025-01-02T09:05:51.617" v="120"/>
          <pc:sldLayoutMkLst>
            <pc:docMk/>
            <pc:sldMasterMk cId="463755981" sldId="2147483648"/>
            <pc:sldLayoutMk cId="2729922542" sldId="2147483664"/>
          </pc:sldLayoutMkLst>
          <pc:spChg chg="add mod">
            <ac:chgData name="Machteld Van den Neste" userId="8615916f-9347-4b42-93ba-e5bd1dd13089" providerId="ADAL" clId="{61B0EDAE-C254-4FB6-99BB-9B6D44090C99}" dt="2025-01-02T09:05:51.617" v="120"/>
            <ac:spMkLst>
              <pc:docMk/>
              <pc:sldMasterMk cId="463755981" sldId="2147483648"/>
              <pc:sldLayoutMk cId="2729922542" sldId="2147483664"/>
              <ac:spMk id="2" creationId="{B8E699FC-673C-4C85-B4D7-5D55E303F407}"/>
            </ac:spMkLst>
          </pc:spChg>
        </pc:sldLayoutChg>
        <pc:sldLayoutChg chg="addSp delSp modSp mod">
          <pc:chgData name="Machteld Van den Neste" userId="8615916f-9347-4b42-93ba-e5bd1dd13089" providerId="ADAL" clId="{61B0EDAE-C254-4FB6-99BB-9B6D44090C99}" dt="2025-01-02T09:03:37.801" v="114" actId="113"/>
          <pc:sldLayoutMkLst>
            <pc:docMk/>
            <pc:sldMasterMk cId="463755981" sldId="2147483648"/>
            <pc:sldLayoutMk cId="961122991" sldId="2147483665"/>
          </pc:sldLayoutMkLst>
          <pc:spChg chg="add mod">
            <ac:chgData name="Machteld Van den Neste" userId="8615916f-9347-4b42-93ba-e5bd1dd13089" providerId="ADAL" clId="{61B0EDAE-C254-4FB6-99BB-9B6D44090C99}" dt="2025-01-02T09:03:37.801" v="114" actId="113"/>
            <ac:spMkLst>
              <pc:docMk/>
              <pc:sldMasterMk cId="463755981" sldId="2147483648"/>
              <pc:sldLayoutMk cId="961122991" sldId="2147483665"/>
              <ac:spMk id="7" creationId="{3BE6B130-1D11-E9C7-FB3D-DE28358B931F}"/>
            </ac:spMkLst>
          </pc:spChg>
        </pc:sldLayoutChg>
        <pc:sldLayoutChg chg="delSp modSp mod setBg">
          <pc:chgData name="Machteld Van den Neste" userId="8615916f-9347-4b42-93ba-e5bd1dd13089" providerId="ADAL" clId="{61B0EDAE-C254-4FB6-99BB-9B6D44090C99}" dt="2025-01-02T09:26:15.945" v="150"/>
          <pc:sldLayoutMkLst>
            <pc:docMk/>
            <pc:sldMasterMk cId="463755981" sldId="2147483648"/>
            <pc:sldLayoutMk cId="955606081" sldId="2147483666"/>
          </pc:sldLayoutMkLst>
        </pc:sldLayoutChg>
        <pc:sldLayoutChg chg="addSp delSp modSp mod">
          <pc:chgData name="Machteld Van den Neste" userId="8615916f-9347-4b42-93ba-e5bd1dd13089" providerId="ADAL" clId="{61B0EDAE-C254-4FB6-99BB-9B6D44090C99}" dt="2025-01-02T09:05:46.697" v="118"/>
          <pc:sldLayoutMkLst>
            <pc:docMk/>
            <pc:sldMasterMk cId="463755981" sldId="2147483648"/>
            <pc:sldLayoutMk cId="4239957473" sldId="2147483667"/>
          </pc:sldLayoutMkLst>
          <pc:spChg chg="add mod">
            <ac:chgData name="Machteld Van den Neste" userId="8615916f-9347-4b42-93ba-e5bd1dd13089" providerId="ADAL" clId="{61B0EDAE-C254-4FB6-99BB-9B6D44090C99}" dt="2025-01-02T09:05:46.697" v="118"/>
            <ac:spMkLst>
              <pc:docMk/>
              <pc:sldMasterMk cId="463755981" sldId="2147483648"/>
              <pc:sldLayoutMk cId="4239957473" sldId="2147483667"/>
              <ac:spMk id="3" creationId="{E9A25335-0D2B-ED58-6AAF-0CA4D0AF90E5}"/>
            </ac:spMkLst>
          </pc:spChg>
        </pc:sldLayoutChg>
        <pc:sldLayoutChg chg="delSp add mod modTransition">
          <pc:chgData name="Machteld Van den Neste" userId="8615916f-9347-4b42-93ba-e5bd1dd13089" providerId="ADAL" clId="{61B0EDAE-C254-4FB6-99BB-9B6D44090C99}" dt="2025-01-02T09:20:57.480" v="145" actId="478"/>
          <pc:sldLayoutMkLst>
            <pc:docMk/>
            <pc:sldMasterMk cId="463755981" sldId="2147483648"/>
            <pc:sldLayoutMk cId="2998040396" sldId="2147483668"/>
          </pc:sldLayoutMkLst>
        </pc:sldLayoutChg>
      </pc:sldMasterChg>
    </pc:docChg>
  </pc:docChgLst>
  <pc:docChgLst>
    <pc:chgData name="Karel Titeca" userId="e309ecbf-1eb1-4781-a08b-88c329732184" providerId="ADAL" clId="{2545133F-5F20-694B-80A0-FFA82CA13C3D}"/>
    <pc:docChg chg="custSel addSld delSld modSld modMainMaster">
      <pc:chgData name="Karel Titeca" userId="e309ecbf-1eb1-4781-a08b-88c329732184" providerId="ADAL" clId="{2545133F-5F20-694B-80A0-FFA82CA13C3D}" dt="2025-01-15T15:53:09.649" v="231" actId="680"/>
      <pc:docMkLst>
        <pc:docMk/>
      </pc:docMkLst>
      <pc:sldChg chg="addSp delSp modSp new del mod">
        <pc:chgData name="Karel Titeca" userId="e309ecbf-1eb1-4781-a08b-88c329732184" providerId="ADAL" clId="{2545133F-5F20-694B-80A0-FFA82CA13C3D}" dt="2025-01-10T09:58:15.698" v="143" actId="2696"/>
        <pc:sldMkLst>
          <pc:docMk/>
          <pc:sldMk cId="576512829" sldId="273"/>
        </pc:sldMkLst>
      </pc:sldChg>
      <pc:sldChg chg="modSp new del mod">
        <pc:chgData name="Karel Titeca" userId="e309ecbf-1eb1-4781-a08b-88c329732184" providerId="ADAL" clId="{2545133F-5F20-694B-80A0-FFA82CA13C3D}" dt="2025-01-15T14:55:01.571" v="230" actId="2696"/>
        <pc:sldMkLst>
          <pc:docMk/>
          <pc:sldMk cId="715517778" sldId="273"/>
        </pc:sldMkLst>
        <pc:spChg chg="mod">
          <ac:chgData name="Karel Titeca" userId="e309ecbf-1eb1-4781-a08b-88c329732184" providerId="ADAL" clId="{2545133F-5F20-694B-80A0-FFA82CA13C3D}" dt="2025-01-15T14:54:56.289" v="229" actId="20577"/>
          <ac:spMkLst>
            <pc:docMk/>
            <pc:sldMk cId="715517778" sldId="273"/>
            <ac:spMk id="2" creationId="{0818634F-AACF-670E-FF81-581FA6B45895}"/>
          </ac:spMkLst>
        </pc:spChg>
      </pc:sldChg>
      <pc:sldChg chg="modSp new del mod">
        <pc:chgData name="Karel Titeca" userId="e309ecbf-1eb1-4781-a08b-88c329732184" providerId="ADAL" clId="{2545133F-5F20-694B-80A0-FFA82CA13C3D}" dt="2025-01-15T14:53:36.299" v="187" actId="2696"/>
        <pc:sldMkLst>
          <pc:docMk/>
          <pc:sldMk cId="1871108053" sldId="273"/>
        </pc:sldMkLst>
        <pc:spChg chg="mod">
          <ac:chgData name="Karel Titeca" userId="e309ecbf-1eb1-4781-a08b-88c329732184" providerId="ADAL" clId="{2545133F-5F20-694B-80A0-FFA82CA13C3D}" dt="2025-01-15T14:53:32.653" v="186" actId="20577"/>
          <ac:spMkLst>
            <pc:docMk/>
            <pc:sldMk cId="1871108053" sldId="273"/>
            <ac:spMk id="2" creationId="{15AF4A44-095D-FD92-DC81-15796461E1B6}"/>
          </ac:spMkLst>
        </pc:spChg>
      </pc:sldChg>
      <pc:sldChg chg="new">
        <pc:chgData name="Karel Titeca" userId="e309ecbf-1eb1-4781-a08b-88c329732184" providerId="ADAL" clId="{2545133F-5F20-694B-80A0-FFA82CA13C3D}" dt="2025-01-15T15:53:09.649" v="231" actId="680"/>
        <pc:sldMkLst>
          <pc:docMk/>
          <pc:sldMk cId="2042924251" sldId="273"/>
        </pc:sldMkLst>
      </pc:sldChg>
      <pc:sldChg chg="new del">
        <pc:chgData name="Karel Titeca" userId="e309ecbf-1eb1-4781-a08b-88c329732184" providerId="ADAL" clId="{2545133F-5F20-694B-80A0-FFA82CA13C3D}" dt="2025-01-10T09:56:07.129" v="3" actId="2696"/>
        <pc:sldMkLst>
          <pc:docMk/>
          <pc:sldMk cId="2449635822" sldId="273"/>
        </pc:sldMkLst>
      </pc:sldChg>
      <pc:sldChg chg="addSp delSp modSp new del">
        <pc:chgData name="Karel Titeca" userId="e309ecbf-1eb1-4781-a08b-88c329732184" providerId="ADAL" clId="{2545133F-5F20-694B-80A0-FFA82CA13C3D}" dt="2025-01-10T09:57:22.619" v="138" actId="2696"/>
        <pc:sldMkLst>
          <pc:docMk/>
          <pc:sldMk cId="2997442449" sldId="273"/>
        </pc:sldMkLst>
      </pc:sldChg>
      <pc:sldChg chg="new del">
        <pc:chgData name="Karel Titeca" userId="e309ecbf-1eb1-4781-a08b-88c329732184" providerId="ADAL" clId="{2545133F-5F20-694B-80A0-FFA82CA13C3D}" dt="2025-01-10T09:56:23.802" v="12" actId="2696"/>
        <pc:sldMkLst>
          <pc:docMk/>
          <pc:sldMk cId="3858289603" sldId="273"/>
        </pc:sldMkLst>
      </pc:sldChg>
      <pc:sldMasterChg chg="addSldLayout modSldLayout">
        <pc:chgData name="Karel Titeca" userId="e309ecbf-1eb1-4781-a08b-88c329732184" providerId="ADAL" clId="{2545133F-5F20-694B-80A0-FFA82CA13C3D}" dt="2025-01-15T14:53:06.620" v="145" actId="12"/>
        <pc:sldMasterMkLst>
          <pc:docMk/>
          <pc:sldMasterMk cId="463755981" sldId="2147483648"/>
        </pc:sldMasterMkLst>
        <pc:sldLayoutChg chg="modSp mod">
          <pc:chgData name="Karel Titeca" userId="e309ecbf-1eb1-4781-a08b-88c329732184" providerId="ADAL" clId="{2545133F-5F20-694B-80A0-FFA82CA13C3D}" dt="2025-01-10T09:57:37.239" v="139" actId="207"/>
          <pc:sldLayoutMkLst>
            <pc:docMk/>
            <pc:sldMasterMk cId="463755981" sldId="2147483648"/>
            <pc:sldLayoutMk cId="1128617704" sldId="2147483649"/>
          </pc:sldLayoutMkLst>
          <pc:spChg chg="mod">
            <ac:chgData name="Karel Titeca" userId="e309ecbf-1eb1-4781-a08b-88c329732184" providerId="ADAL" clId="{2545133F-5F20-694B-80A0-FFA82CA13C3D}" dt="2025-01-10T09:57:37.239" v="139" actId="207"/>
            <ac:spMkLst>
              <pc:docMk/>
              <pc:sldMasterMk cId="463755981" sldId="2147483648"/>
              <pc:sldLayoutMk cId="1128617704" sldId="2147483649"/>
              <ac:spMk id="6" creationId="{F0056D20-55F3-317C-6661-10BE3B5BC581}"/>
            </ac:spMkLst>
          </pc:spChg>
        </pc:sldLayoutChg>
        <pc:sldLayoutChg chg="modSp add mod modTransition">
          <pc:chgData name="Karel Titeca" userId="e309ecbf-1eb1-4781-a08b-88c329732184" providerId="ADAL" clId="{2545133F-5F20-694B-80A0-FFA82CA13C3D}" dt="2025-01-15T14:53:06.620" v="145" actId="12"/>
          <pc:sldLayoutMkLst>
            <pc:docMk/>
            <pc:sldMasterMk cId="463755981" sldId="2147483648"/>
            <pc:sldLayoutMk cId="2045038603" sldId="2147483669"/>
          </pc:sldLayoutMkLst>
          <pc:spChg chg="mod">
            <ac:chgData name="Karel Titeca" userId="e309ecbf-1eb1-4781-a08b-88c329732184" providerId="ADAL" clId="{2545133F-5F20-694B-80A0-FFA82CA13C3D}" dt="2025-01-15T14:53:06.620" v="145" actId="12"/>
            <ac:spMkLst>
              <pc:docMk/>
              <pc:sldMasterMk cId="463755981" sldId="2147483648"/>
              <pc:sldLayoutMk cId="2045038603" sldId="2147483669"/>
              <ac:spMk id="8" creationId="{C01A8B63-1F44-5094-9E16-440828CEB08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26E0211-8DE3-C64F-AAE3-CB72D7CBE226}" type="datetime1">
              <a:rPr lang="en-US" smtClean="0"/>
              <a:t>10/11/25</a:t>
            </a:fld>
            <a:endParaRPr lang="nl-NL"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a:t>
            </a:fld>
            <a:endParaRPr lang="nl-NL" dirty="0"/>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E9F3D4-1EB7-C24E-988E-C5578F74A120}" type="datetime1">
              <a:rPr lang="en-US" smtClean="0"/>
              <a:t>10/11/25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a:t>
            </a:fld>
            <a:endParaRPr lang="nl-NL" dirty="0"/>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hf/>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Wanneer de gelijkaardige stroompulsen aangelegd worden op 2 parallelle LRC kringen in serie, zal dezelfde stroom door de kringen lopen, maar zullen de spanningen over beide kringen opgeteld worden.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Wanneer we op basis van de spanningen bekomen in de bovenstaande figuur de spanningen over de trilkring van de eerste harmonische en de spanningen over de trilkring van de derde harmonische plotten, zien we dat op moment dat de eerste harmonische een minimum bereikt, de derde harmonische piekt. Dit heeft een belangrijk voordeel, namelijk de spanning over het totale circuit wordt kleiner of er kan met dezelfde spanning een veel grotere swing bekomen worden.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rgbClr val="001D41"/>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8BDB9EC-0874-2647-AB98-1103A741C35F}"/>
              </a:ext>
            </a:extLst>
          </p:cNvPr>
          <p:cNvSpPr>
            <a:spLocks noGrp="1"/>
          </p:cNvSpPr>
          <p:nvPr>
            <p:ph type="title" hasCustomPrompt="1"/>
          </p:nvPr>
        </p:nvSpPr>
        <p:spPr>
          <a:xfrm>
            <a:off x="6333667" y="1730828"/>
            <a:ext cx="5283534"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8" name="Afbeelding 7" descr="Afbeelding met Lettertype, Graphics, logo, schermopname&#10;&#10;Automatisch gegenereerde beschrijving">
            <a:extLst>
              <a:ext uri="{FF2B5EF4-FFF2-40B4-BE49-F238E27FC236}">
                <a16:creationId xmlns:a16="http://schemas.microsoft.com/office/drawing/2014/main" id="{5D495572-740C-622D-A0A0-55B335E879EE}"/>
              </a:ext>
            </a:extLst>
          </p:cNvPr>
          <p:cNvPicPr>
            <a:picLocks noChangeAspect="1"/>
          </p:cNvPicPr>
          <p:nvPr userDrawn="1"/>
        </p:nvPicPr>
        <p:blipFill>
          <a:blip r:embed="rId2"/>
          <a:stretch>
            <a:fillRect/>
          </a:stretch>
        </p:blipFill>
        <p:spPr>
          <a:xfrm>
            <a:off x="9249045" y="5969498"/>
            <a:ext cx="2520000" cy="495158"/>
          </a:xfrm>
          <a:prstGeom prst="rect">
            <a:avLst/>
          </a:prstGeom>
        </p:spPr>
      </p:pic>
      <p:sp>
        <p:nvSpPr>
          <p:cNvPr id="9" name="Titel 2">
            <a:extLst>
              <a:ext uri="{FF2B5EF4-FFF2-40B4-BE49-F238E27FC236}">
                <a16:creationId xmlns:a16="http://schemas.microsoft.com/office/drawing/2014/main" id="{3DAE7C1F-2FF5-D159-64D6-93BFDEDD4C19}"/>
              </a:ext>
            </a:extLst>
          </p:cNvPr>
          <p:cNvSpPr txBox="1">
            <a:spLocks/>
          </p:cNvSpPr>
          <p:nvPr userDrawn="1"/>
        </p:nvSpPr>
        <p:spPr>
          <a:xfrm>
            <a:off x="6333667" y="4484914"/>
            <a:ext cx="5283534" cy="642257"/>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sz="4000" b="1" i="0" kern="1200" baseline="0">
                <a:solidFill>
                  <a:schemeClr val="bg1"/>
                </a:solidFill>
                <a:latin typeface="Arial" panose="020B0604020202020204" pitchFamily="34" charset="0"/>
                <a:ea typeface="+mj-ea"/>
                <a:cs typeface="+mj-cs"/>
              </a:defRPr>
            </a:lvl1pPr>
          </a:lstStyle>
          <a:p>
            <a:endParaRPr lang="nl-BE" sz="2000" b="0" i="0" baseline="0"/>
          </a:p>
        </p:txBody>
      </p:sp>
      <p:pic>
        <p:nvPicPr>
          <p:cNvPr id="4" name="Picture Placeholder 4">
            <a:extLst>
              <a:ext uri="{FF2B5EF4-FFF2-40B4-BE49-F238E27FC236}">
                <a16:creationId xmlns:a16="http://schemas.microsoft.com/office/drawing/2014/main" id="{7155FCE1-AFE6-6C0C-8806-031D125F9064}"/>
              </a:ext>
            </a:extLst>
          </p:cNvPr>
          <p:cNvPicPr>
            <a:picLocks noChangeAspect="1"/>
          </p:cNvPicPr>
          <p:nvPr userDrawn="1"/>
        </p:nvPicPr>
        <p:blipFill>
          <a:blip r:embed="rId3"/>
          <a:srcRect/>
          <a:stretch>
            <a:fillRect/>
          </a:stretch>
        </p:blipFill>
        <p:spPr>
          <a:xfrm>
            <a:off x="-763200" y="-3"/>
            <a:ext cx="6858000" cy="6858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12861770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el 2">
            <a:extLst>
              <a:ext uri="{FF2B5EF4-FFF2-40B4-BE49-F238E27FC236}">
                <a16:creationId xmlns:a16="http://schemas.microsoft.com/office/drawing/2014/main" id="{D96485BC-8D44-B69E-01B8-A8905B4AA829}"/>
              </a:ext>
            </a:extLst>
          </p:cNvPr>
          <p:cNvSpPr>
            <a:spLocks noGrp="1"/>
          </p:cNvSpPr>
          <p:nvPr>
            <p:ph type="title" hasCustomPrompt="1"/>
          </p:nvPr>
        </p:nvSpPr>
        <p:spPr>
          <a:xfrm>
            <a:off x="1684266" y="898071"/>
            <a:ext cx="9931733"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2" name="Afbeelding 1" descr="Afbeelding met Lettertype, Graphics, logo, schermopname&#10;&#10;Automatisch gegenereerde beschrijving">
            <a:extLst>
              <a:ext uri="{FF2B5EF4-FFF2-40B4-BE49-F238E27FC236}">
                <a16:creationId xmlns:a16="http://schemas.microsoft.com/office/drawing/2014/main" id="{5DDC59BD-319A-966E-C8B8-3E1004F142A1}"/>
              </a:ext>
            </a:extLst>
          </p:cNvPr>
          <p:cNvPicPr>
            <a:picLocks noChangeAspect="1"/>
          </p:cNvPicPr>
          <p:nvPr userDrawn="1"/>
        </p:nvPicPr>
        <p:blipFill>
          <a:blip r:embed="rId3"/>
          <a:stretch>
            <a:fillRect/>
          </a:stretch>
        </p:blipFill>
        <p:spPr>
          <a:xfrm>
            <a:off x="9249045" y="5969498"/>
            <a:ext cx="2520000" cy="495158"/>
          </a:xfrm>
          <a:prstGeom prst="rect">
            <a:avLst/>
          </a:prstGeom>
        </p:spPr>
      </p:pic>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olgpagina 1">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p:nvPr>
        </p:nvSpPr>
        <p:spPr>
          <a:xfrm>
            <a:off x="576000" y="800401"/>
            <a:ext cx="11006400" cy="5252245"/>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5D14A70C-A52C-824A-B260-6BE6A5E343F5}"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35D7FBB4-891B-45E4-181B-258A15FE1CFC}"/>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729922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Volgpagina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67578B9-CDA0-C1D1-C1D0-F7729ECC0B6E}"/>
              </a:ext>
            </a:extLst>
          </p:cNvPr>
          <p:cNvPicPr>
            <a:picLocks noChangeAspect="1"/>
          </p:cNvPicPr>
          <p:nvPr userDrawn="1"/>
        </p:nvPicPr>
        <p:blipFill>
          <a:blip r:embed="rId2"/>
          <a:stretch>
            <a:fillRect/>
          </a:stretch>
        </p:blipFill>
        <p:spPr>
          <a:xfrm>
            <a:off x="-2512894" y="-453065"/>
            <a:ext cx="17028993" cy="6637665"/>
          </a:xfrm>
          <a:prstGeom prst="rect">
            <a:avLst/>
          </a:prstGeom>
        </p:spPr>
      </p:pic>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3"/>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245399" y="1280788"/>
            <a:ext cx="11605942" cy="4705159"/>
          </a:xfrm>
          <a:no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nl-NL" noProof="1"/>
              <a:t>Klik om de tekststijl van het model te bewerken</a:t>
            </a:r>
          </a:p>
          <a:p>
            <a:pPr lvl="1"/>
            <a:r>
              <a:rPr lang="nl-NL" noProof="1"/>
              <a:t>Tweede niveau</a:t>
            </a:r>
          </a:p>
          <a:p>
            <a:pPr lvl="2"/>
            <a:r>
              <a:rPr lang="nl-NL" noProof="1"/>
              <a:t>Derde niveau</a:t>
            </a:r>
          </a:p>
          <a:p>
            <a:pPr lvl="3"/>
            <a:r>
              <a:rPr lang="nl-NL" noProof="1"/>
              <a:t>Vierde niveau</a:t>
            </a:r>
          </a:p>
          <a:p>
            <a:pPr lvl="4"/>
            <a:r>
              <a:rPr lang="nl-NL" noProof="1"/>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3C16444D-5C15-F646-B1E6-793A79D1D158}"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26" name="Title 25">
            <a:extLst>
              <a:ext uri="{FF2B5EF4-FFF2-40B4-BE49-F238E27FC236}">
                <a16:creationId xmlns:a16="http://schemas.microsoft.com/office/drawing/2014/main" id="{9FFC2E19-DE2B-7111-CC63-9A847C39AA32}"/>
              </a:ext>
            </a:extLst>
          </p:cNvPr>
          <p:cNvSpPr>
            <a:spLocks noGrp="1"/>
          </p:cNvSpPr>
          <p:nvPr>
            <p:ph type="title"/>
          </p:nvPr>
        </p:nvSpPr>
        <p:spPr>
          <a:xfrm>
            <a:off x="576000" y="4500"/>
            <a:ext cx="11041200" cy="579455"/>
          </a:xfrm>
        </p:spPr>
        <p:txBody>
          <a:bodyPr/>
          <a:lstStyle>
            <a:lvl1pPr>
              <a:defRPr>
                <a:solidFill>
                  <a:schemeClr val="bg1"/>
                </a:solidFill>
              </a:defRPr>
            </a:lvl1p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80692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3000" fill="hold"/>
                                        <p:tgtEl>
                                          <p:spTgt spid="2"/>
                                        </p:tgtEl>
                                        <p:attrNameLst>
                                          <p:attrName>ppt_w</p:attrName>
                                        </p:attrNameLst>
                                      </p:cBhvr>
                                      <p:tavLst>
                                        <p:tav tm="0">
                                          <p:val>
                                            <p:strVal val="#ppt_w*0.70"/>
                                          </p:val>
                                        </p:tav>
                                        <p:tav tm="100000">
                                          <p:val>
                                            <p:strVal val="#ppt_w"/>
                                          </p:val>
                                        </p:tav>
                                      </p:tavLst>
                                    </p:anim>
                                    <p:anim calcmode="lin" valueType="num">
                                      <p:cBhvr>
                                        <p:cTn id="8" dur="3000" fill="hold"/>
                                        <p:tgtEl>
                                          <p:spTgt spid="2"/>
                                        </p:tgtEl>
                                        <p:attrNameLst>
                                          <p:attrName>ppt_h</p:attrName>
                                        </p:attrNameLst>
                                      </p:cBhvr>
                                      <p:tavLst>
                                        <p:tav tm="0">
                                          <p:val>
                                            <p:strVal val="#ppt_h"/>
                                          </p:val>
                                        </p:tav>
                                        <p:tav tm="100000">
                                          <p:val>
                                            <p:strVal val="#ppt_h"/>
                                          </p:val>
                                        </p:tav>
                                      </p:tavLst>
                                    </p:anim>
                                    <p:animEffect transition="in" filter="fade">
                                      <p:cBhvr>
                                        <p:cTn id="9"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igure ">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F695FE45-7352-3C48-B42E-7EBF2B5C52E3}"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4" name="Title 3">
            <a:extLst>
              <a:ext uri="{FF2B5EF4-FFF2-40B4-BE49-F238E27FC236}">
                <a16:creationId xmlns:a16="http://schemas.microsoft.com/office/drawing/2014/main" id="{31FE2B30-5A69-75CF-7187-201E96BE81D8}"/>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151150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lgpagina 1 met bullets">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11831"/>
            <a:ext cx="11006400" cy="5240815"/>
          </a:xfrm>
        </p:spPr>
        <p:txBody>
          <a:bodyPr/>
          <a:lstStyle>
            <a:lvl1pPr marL="457200" indent="-457200">
              <a:buFontTx/>
              <a:buBlip>
                <a:blip r:embed="rId3"/>
              </a:buBlip>
              <a:defRPr/>
            </a:lvl1p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D0C2AFFC-B915-5A49-88DD-95E4F5C3B4C4}"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F12466D5-8DB6-11EB-91A8-C5A2326F6E8B}"/>
              </a:ext>
            </a:extLst>
          </p:cNvPr>
          <p:cNvSpPr>
            <a:spLocks noGrp="1"/>
          </p:cNvSpPr>
          <p:nvPr>
            <p:ph type="title"/>
          </p:nvPr>
        </p:nvSpPr>
        <p:spPr>
          <a:xfrm>
            <a:off x="576000" y="15930"/>
            <a:ext cx="11041200" cy="648001"/>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0450386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lgpagina 2">
    <p:spTree>
      <p:nvGrpSpPr>
        <p:cNvPr id="1" name=""/>
        <p:cNvGrpSpPr/>
        <p:nvPr/>
      </p:nvGrpSpPr>
      <p:grpSpPr>
        <a:xfrm>
          <a:off x="0" y="0"/>
          <a:ext cx="0" cy="0"/>
          <a:chOff x="0" y="0"/>
          <a:chExt cx="0" cy="0"/>
        </a:xfrm>
      </p:grpSpPr>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68680"/>
            <a:ext cx="11006400" cy="518396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44AA9AC6-E216-3B47-8184-7802A2BF140A}"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2"/>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CC13023F-87C5-4547-FEB6-4B0A34BF8E6D}"/>
              </a:ext>
            </a:extLst>
          </p:cNvPr>
          <p:cNvSpPr>
            <a:spLocks noGrp="1"/>
          </p:cNvSpPr>
          <p:nvPr>
            <p:ph type="title"/>
          </p:nvPr>
        </p:nvSpPr>
        <p:spPr>
          <a:xfrm>
            <a:off x="576000" y="15931"/>
            <a:ext cx="11041200" cy="650366"/>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998040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olgpagina 3">
    <p:spTree>
      <p:nvGrpSpPr>
        <p:cNvPr id="1" name=""/>
        <p:cNvGrpSpPr/>
        <p:nvPr/>
      </p:nvGrpSpPr>
      <p:grpSpPr>
        <a:xfrm>
          <a:off x="0" y="0"/>
          <a:ext cx="0" cy="0"/>
          <a:chOff x="0" y="0"/>
          <a:chExt cx="0" cy="0"/>
        </a:xfrm>
      </p:grpSpPr>
      <p:pic>
        <p:nvPicPr>
          <p:cNvPr id="10" name="Afbeelding 9" descr="Afbeelding met Graphics, cirkel, ontwerp&#10;&#10;Automatisch gegenereerde beschrijving">
            <a:extLst>
              <a:ext uri="{FF2B5EF4-FFF2-40B4-BE49-F238E27FC236}">
                <a16:creationId xmlns:a16="http://schemas.microsoft.com/office/drawing/2014/main" id="{1EC811A3-D471-16F1-F5F7-188800F32FEF}"/>
              </a:ext>
            </a:extLst>
          </p:cNvPr>
          <p:cNvPicPr>
            <a:picLocks noChangeAspect="1"/>
          </p:cNvPicPr>
          <p:nvPr userDrawn="1"/>
        </p:nvPicPr>
        <p:blipFill>
          <a:blip r:embed="rId2">
            <a:alphaModFix amt="10000"/>
          </a:blip>
          <a:stretch>
            <a:fillRect/>
          </a:stretch>
        </p:blipFill>
        <p:spPr>
          <a:xfrm rot="16200000">
            <a:off x="-1124411" y="1629838"/>
            <a:ext cx="5011676" cy="2237771"/>
          </a:xfrm>
          <a:prstGeom prst="rect">
            <a:avLst/>
          </a:prstGeom>
        </p:spPr>
      </p:pic>
      <p:sp>
        <p:nvSpPr>
          <p:cNvPr id="4" name="Tijdelijke aanduiding voor datum 3"/>
          <p:cNvSpPr>
            <a:spLocks noGrp="1"/>
          </p:cNvSpPr>
          <p:nvPr>
            <p:ph type="dt" sz="half" idx="10"/>
          </p:nvPr>
        </p:nvSpPr>
        <p:spPr/>
        <p:txBody>
          <a:bodyPr/>
          <a:lstStyle/>
          <a:p>
            <a:fld id="{12525A4A-45EF-044A-97ED-F5EE535170D0}" type="datetime1">
              <a:rPr lang="en-US" smtClean="0"/>
              <a:t>10/11/25</a:t>
            </a:fld>
            <a:endParaRPr lang="nl-NL" dirty="0"/>
          </a:p>
        </p:txBody>
      </p:sp>
      <p:sp>
        <p:nvSpPr>
          <p:cNvPr id="5" name="Tijdelijke aanduiding voor voettekst 4"/>
          <p:cNvSpPr>
            <a:spLocks noGrp="1"/>
          </p:cNvSpPr>
          <p:nvPr>
            <p:ph type="ftr" sz="quarter" idx="11"/>
          </p:nvPr>
        </p:nvSpPr>
        <p:spPr/>
        <p:txBody>
          <a:bodyPr/>
          <a:lstStyle/>
          <a:p>
            <a:endParaRPr lang="nl-NL" dirty="0"/>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dirty="0"/>
          </a:p>
        </p:txBody>
      </p:sp>
      <p:sp>
        <p:nvSpPr>
          <p:cNvPr id="8" name="Tijdelijke aanduiding voor inhoud 2">
            <a:extLst>
              <a:ext uri="{FF2B5EF4-FFF2-40B4-BE49-F238E27FC236}">
                <a16:creationId xmlns:a16="http://schemas.microsoft.com/office/drawing/2014/main" id="{6BA570E8-5D95-B3F1-8C6F-957AE9CDC0B9}"/>
              </a:ext>
            </a:extLst>
          </p:cNvPr>
          <p:cNvSpPr>
            <a:spLocks noGrp="1"/>
          </p:cNvSpPr>
          <p:nvPr>
            <p:ph idx="13"/>
          </p:nvPr>
        </p:nvSpPr>
        <p:spPr>
          <a:xfrm>
            <a:off x="576000" y="708660"/>
            <a:ext cx="11006402" cy="5343986"/>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le 1">
            <a:extLst>
              <a:ext uri="{FF2B5EF4-FFF2-40B4-BE49-F238E27FC236}">
                <a16:creationId xmlns:a16="http://schemas.microsoft.com/office/drawing/2014/main" id="{F0CEA65D-4427-8EF5-9C3E-9652403088E1}"/>
              </a:ext>
            </a:extLst>
          </p:cNvPr>
          <p:cNvSpPr>
            <a:spLocks noGrp="1"/>
          </p:cNvSpPr>
          <p:nvPr>
            <p:ph type="title"/>
          </p:nvPr>
        </p:nvSpPr>
        <p:spPr>
          <a:xfrm>
            <a:off x="576000" y="15931"/>
            <a:ext cx="11041200" cy="578430"/>
          </a:xfrm>
        </p:spPr>
        <p:txBody>
          <a:bodyPr/>
          <a:lstStyle/>
          <a:p>
            <a:r>
              <a:rPr lang="en-US" dirty="0"/>
              <a:t>Click to edit Master title style</a:t>
            </a:r>
            <a:endParaRPr lang="en-GB" dirty="0"/>
          </a:p>
        </p:txBody>
      </p:sp>
    </p:spTree>
    <p:extLst>
      <p:ext uri="{BB962C8B-B14F-4D97-AF65-F5344CB8AC3E}">
        <p14:creationId xmlns:p14="http://schemas.microsoft.com/office/powerpoint/2010/main" val="4239957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lgpagina 4">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B8F6EBD7-4509-1747-80A1-30E823EDAC2D}" type="datetime1">
              <a:rPr lang="en-US" noProof="0" smtClean="0"/>
              <a:t>10/11/25</a:t>
            </a:fld>
            <a:endParaRPr lang="nl-NL" noProof="0" dirty="0"/>
          </a:p>
        </p:txBody>
      </p:sp>
      <p:sp>
        <p:nvSpPr>
          <p:cNvPr id="5" name="Tijdelijke aanduiding voor voettekst 4"/>
          <p:cNvSpPr>
            <a:spLocks noGrp="1"/>
          </p:cNvSpPr>
          <p:nvPr>
            <p:ph type="ftr" sz="quarter" idx="11"/>
          </p:nvPr>
        </p:nvSpPr>
        <p:spPr/>
        <p:txBody>
          <a:bodyPr/>
          <a:lstStyle/>
          <a:p>
            <a:endParaRPr lang="nl-NL" noProof="0" dirty="0"/>
          </a:p>
        </p:txBody>
      </p:sp>
      <p:sp>
        <p:nvSpPr>
          <p:cNvPr id="6" name="Tijdelijke aanduiding voor dianummer 5"/>
          <p:cNvSpPr>
            <a:spLocks noGrp="1"/>
          </p:cNvSpPr>
          <p:nvPr>
            <p:ph type="sldNum" sz="quarter" idx="12"/>
          </p:nvPr>
        </p:nvSpPr>
        <p:spPr/>
        <p:txBody>
          <a:bodyPr/>
          <a:lstStyle/>
          <a:p>
            <a:fld id="{0A297500-7527-634B-90F4-69D0994C32B4}" type="slidenum">
              <a:rPr lang="nl-NL" noProof="0" smtClean="0"/>
              <a:t>‹#›</a:t>
            </a:fld>
            <a:endParaRPr lang="nl-NL" noProof="0" dirty="0"/>
          </a:p>
        </p:txBody>
      </p:sp>
      <p:sp>
        <p:nvSpPr>
          <p:cNvPr id="8" name="Tijdelijke aanduiding voor inhoud 2">
            <a:extLst>
              <a:ext uri="{FF2B5EF4-FFF2-40B4-BE49-F238E27FC236}">
                <a16:creationId xmlns:a16="http://schemas.microsoft.com/office/drawing/2014/main" id="{ED9010BD-3FA3-6D64-D974-8B02411BFB23}"/>
              </a:ext>
            </a:extLst>
          </p:cNvPr>
          <p:cNvSpPr>
            <a:spLocks noGrp="1"/>
          </p:cNvSpPr>
          <p:nvPr>
            <p:ph idx="13" hasCustomPrompt="1"/>
          </p:nvPr>
        </p:nvSpPr>
        <p:spPr>
          <a:xfrm>
            <a:off x="576000" y="765810"/>
            <a:ext cx="11006402" cy="528683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2" name="Title 1">
            <a:extLst>
              <a:ext uri="{FF2B5EF4-FFF2-40B4-BE49-F238E27FC236}">
                <a16:creationId xmlns:a16="http://schemas.microsoft.com/office/drawing/2014/main" id="{4A3A12AB-811C-F19D-0A73-86DCF776D574}"/>
              </a:ext>
            </a:extLst>
          </p:cNvPr>
          <p:cNvSpPr>
            <a:spLocks noGrp="1"/>
          </p:cNvSpPr>
          <p:nvPr>
            <p:ph type="title"/>
          </p:nvPr>
        </p:nvSpPr>
        <p:spPr>
          <a:xfrm>
            <a:off x="576000" y="0"/>
            <a:ext cx="11041200" cy="64701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961122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ekop">
    <p:bg>
      <p:bgPr>
        <a:solidFill>
          <a:srgbClr val="CCD9E5"/>
        </a:solidFill>
        <a:effectLst/>
      </p:bgPr>
    </p:bg>
    <p:spTree>
      <p:nvGrpSpPr>
        <p:cNvPr id="1" name=""/>
        <p:cNvGrpSpPr/>
        <p:nvPr/>
      </p:nvGrpSpPr>
      <p:grpSpPr>
        <a:xfrm>
          <a:off x="0" y="0"/>
          <a:ext cx="0" cy="0"/>
          <a:chOff x="0" y="0"/>
          <a:chExt cx="0" cy="0"/>
        </a:xfrm>
      </p:grpSpPr>
      <p:sp>
        <p:nvSpPr>
          <p:cNvPr id="3" name="Tijdelijke aanduiding voor afbeelding 2">
            <a:extLst>
              <a:ext uri="{FF2B5EF4-FFF2-40B4-BE49-F238E27FC236}">
                <a16:creationId xmlns:a16="http://schemas.microsoft.com/office/drawing/2014/main" id="{13391891-52D5-B43E-96A4-81AFBB31486B}"/>
              </a:ext>
            </a:extLst>
          </p:cNvPr>
          <p:cNvSpPr>
            <a:spLocks noGrp="1"/>
          </p:cNvSpPr>
          <p:nvPr>
            <p:ph type="pic" sz="quarter" idx="13"/>
          </p:nvPr>
        </p:nvSpPr>
        <p:spPr>
          <a:xfrm>
            <a:off x="5124726" y="583200"/>
            <a:ext cx="6496074" cy="3531638"/>
          </a:xfrm>
        </p:spPr>
        <p:txBody>
          <a:bodyPr/>
          <a:lstStyle/>
          <a:p>
            <a:endParaRPr lang="nl-BE"/>
          </a:p>
        </p:txBody>
      </p:sp>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F36083C4-0128-1848-9178-37CE772A2A92}"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
        <p:nvSpPr>
          <p:cNvPr id="4" name="Tijdelijke aanduiding voor tekst 6">
            <a:extLst>
              <a:ext uri="{FF2B5EF4-FFF2-40B4-BE49-F238E27FC236}">
                <a16:creationId xmlns:a16="http://schemas.microsoft.com/office/drawing/2014/main" id="{2E78632D-E6A2-312C-C612-BDDFA57CA267}"/>
              </a:ext>
            </a:extLst>
          </p:cNvPr>
          <p:cNvSpPr>
            <a:spLocks noGrp="1"/>
          </p:cNvSpPr>
          <p:nvPr>
            <p:ph type="body" sz="quarter" idx="14" hasCustomPrompt="1"/>
          </p:nvPr>
        </p:nvSpPr>
        <p:spPr>
          <a:xfrm>
            <a:off x="592931" y="4606219"/>
            <a:ext cx="11006137" cy="1112400"/>
          </a:xfrm>
        </p:spPr>
        <p:txBody>
          <a:bodyPr anchor="b" anchorCtr="0">
            <a:normAutofit/>
          </a:bodyPr>
          <a:lstStyle>
            <a:lvl1pPr>
              <a:defRPr sz="4500" b="1">
                <a:solidFill>
                  <a:srgbClr val="00407A"/>
                </a:solidFill>
              </a:defRPr>
            </a:lvl1pPr>
          </a:lstStyle>
          <a:p>
            <a:pPr lvl="0"/>
            <a:r>
              <a:rPr lang="nl-NL" dirty="0"/>
              <a:t>Klikken om een titel toe te voegen</a:t>
            </a:r>
            <a:endParaRPr lang="nl-BE"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ekopSlo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56060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Sectiekop">
    <p:bg>
      <p:bgPr>
        <a:solidFill>
          <a:srgbClr val="CCD9E5"/>
        </a:solidFill>
        <a:effectLst/>
      </p:bgPr>
    </p:bg>
    <p:spTree>
      <p:nvGrpSpPr>
        <p:cNvPr id="1" name=""/>
        <p:cNvGrpSpPr/>
        <p:nvPr/>
      </p:nvGrpSpPr>
      <p:grpSpPr>
        <a:xfrm>
          <a:off x="0" y="0"/>
          <a:ext cx="0" cy="0"/>
          <a:chOff x="0" y="0"/>
          <a:chExt cx="0" cy="0"/>
        </a:xfrm>
      </p:grpSpPr>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63B68DE8-16AF-6C4B-B363-5E49424B6285}"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2" name="Picture 1">
            <a:extLst>
              <a:ext uri="{FF2B5EF4-FFF2-40B4-BE49-F238E27FC236}">
                <a16:creationId xmlns:a16="http://schemas.microsoft.com/office/drawing/2014/main" id="{E17DC55D-D1B1-1B37-0FA6-BC0A9F8D3D9E}"/>
              </a:ext>
            </a:extLst>
          </p:cNvPr>
          <p:cNvPicPr>
            <a:picLocks noChangeAspect="1"/>
          </p:cNvPicPr>
          <p:nvPr userDrawn="1"/>
        </p:nvPicPr>
        <p:blipFill>
          <a:blip r:embed="rId3"/>
          <a:stretch>
            <a:fillRect/>
          </a:stretch>
        </p:blipFill>
        <p:spPr>
          <a:xfrm>
            <a:off x="9878730" y="212361"/>
            <a:ext cx="1995256" cy="2992884"/>
          </a:xfrm>
          <a:prstGeom prst="rect">
            <a:avLst/>
          </a:prstGeom>
        </p:spPr>
      </p:pic>
      <p:sp>
        <p:nvSpPr>
          <p:cNvPr id="5" name="TextBox 4">
            <a:extLst>
              <a:ext uri="{FF2B5EF4-FFF2-40B4-BE49-F238E27FC236}">
                <a16:creationId xmlns:a16="http://schemas.microsoft.com/office/drawing/2014/main" id="{6DEA3E9C-F85F-E456-8F44-A07EFD93DE10}"/>
              </a:ext>
            </a:extLst>
          </p:cNvPr>
          <p:cNvSpPr txBox="1"/>
          <p:nvPr userDrawn="1"/>
        </p:nvSpPr>
        <p:spPr>
          <a:xfrm>
            <a:off x="2816439" y="2591527"/>
            <a:ext cx="9630053" cy="1938992"/>
          </a:xfrm>
          <a:prstGeom prst="rect">
            <a:avLst/>
          </a:prstGeom>
          <a:noFill/>
        </p:spPr>
        <p:txBody>
          <a:bodyPr wrap="square">
            <a:spAutoFit/>
          </a:bodyPr>
          <a:lstStyle/>
          <a:p>
            <a:r>
              <a:rPr lang="en-US" sz="4000" dirty="0">
                <a:solidFill>
                  <a:srgbClr val="00417E"/>
                </a:solidFill>
                <a:latin typeface="Arial" panose="020B0604020202020204" pitchFamily="34" charset="0"/>
                <a:cs typeface="Arial" panose="020B0604020202020204" pitchFamily="34" charset="0"/>
              </a:rPr>
              <a:t>I would rather have</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questions that can't be answered</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than answers that can't be questioned.</a:t>
            </a:r>
            <a:endParaRPr lang="en-GB" sz="4000" dirty="0">
              <a:solidFill>
                <a:srgbClr val="00417E"/>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BA611E3-78CC-6708-4696-D4D6D3D41049}"/>
              </a:ext>
            </a:extLst>
          </p:cNvPr>
          <p:cNvSpPr txBox="1"/>
          <p:nvPr userDrawn="1"/>
        </p:nvSpPr>
        <p:spPr>
          <a:xfrm>
            <a:off x="9068623" y="4765573"/>
            <a:ext cx="2968924" cy="461665"/>
          </a:xfrm>
          <a:prstGeom prst="rect">
            <a:avLst/>
          </a:prstGeom>
          <a:noFill/>
        </p:spPr>
        <p:txBody>
          <a:bodyPr wrap="square">
            <a:spAutoFit/>
          </a:bodyPr>
          <a:lstStyle/>
          <a:p>
            <a:r>
              <a:rPr lang="en-GB" sz="2400" dirty="0">
                <a:solidFill>
                  <a:srgbClr val="005E77"/>
                </a:solidFill>
              </a:rPr>
              <a:t>Richard P. Feynman</a:t>
            </a:r>
          </a:p>
        </p:txBody>
      </p:sp>
    </p:spTree>
    <p:extLst>
      <p:ext uri="{BB962C8B-B14F-4D97-AF65-F5344CB8AC3E}">
        <p14:creationId xmlns:p14="http://schemas.microsoft.com/office/powerpoint/2010/main" val="2627298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3" name="Tijdelijke aanduiding voor datum 1">
            <a:extLst>
              <a:ext uri="{FF2B5EF4-FFF2-40B4-BE49-F238E27FC236}">
                <a16:creationId xmlns:a16="http://schemas.microsoft.com/office/drawing/2014/main" id="{6235C20E-3391-4145-4D84-53842E905E6B}"/>
              </a:ext>
            </a:extLst>
          </p:cNvPr>
          <p:cNvSpPr>
            <a:spLocks noGrp="1"/>
          </p:cNvSpPr>
          <p:nvPr>
            <p:ph type="dt" sz="half" idx="10"/>
          </p:nvPr>
        </p:nvSpPr>
        <p:spPr>
          <a:xfrm>
            <a:off x="1440000" y="6210000"/>
            <a:ext cx="720000" cy="648000"/>
          </a:xfrm>
        </p:spPr>
        <p:txBody>
          <a:bodyPr/>
          <a:lstStyle/>
          <a:p>
            <a:fld id="{B93C70AB-10FC-774C-9E2D-C3FBC6B92CAF}" type="datetime1">
              <a:rPr lang="en-US" smtClean="0"/>
              <a:t>10/11/25</a:t>
            </a:fld>
            <a:endParaRPr lang="nl-NL" dirty="0"/>
          </a:p>
        </p:txBody>
      </p:sp>
      <p:sp>
        <p:nvSpPr>
          <p:cNvPr id="5" name="Tijdelijke aanduiding voor voettekst 2">
            <a:extLst>
              <a:ext uri="{FF2B5EF4-FFF2-40B4-BE49-F238E27FC236}">
                <a16:creationId xmlns:a16="http://schemas.microsoft.com/office/drawing/2014/main" id="{78D2F004-28B6-C370-D870-67D28C32D0D7}"/>
              </a:ext>
            </a:extLst>
          </p:cNvPr>
          <p:cNvSpPr>
            <a:spLocks noGrp="1"/>
          </p:cNvSpPr>
          <p:nvPr>
            <p:ph type="ftr" sz="quarter" idx="11"/>
          </p:nvPr>
        </p:nvSpPr>
        <p:spPr>
          <a:xfrm>
            <a:off x="5052003" y="6210000"/>
            <a:ext cx="4993200" cy="648000"/>
          </a:xfrm>
        </p:spPr>
        <p:txBody>
          <a:bodyPr/>
          <a:lstStyle/>
          <a:p>
            <a:endParaRPr lang="nl-NL" dirty="0"/>
          </a:p>
        </p:txBody>
      </p:sp>
      <p:sp>
        <p:nvSpPr>
          <p:cNvPr id="8" name="Tijdelijke aanduiding voor dianummer 3">
            <a:extLst>
              <a:ext uri="{FF2B5EF4-FFF2-40B4-BE49-F238E27FC236}">
                <a16:creationId xmlns:a16="http://schemas.microsoft.com/office/drawing/2014/main" id="{1AE2BA5A-EDBB-7957-59A2-5BB98B0C26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Tree>
    <p:extLst>
      <p:ext uri="{BB962C8B-B14F-4D97-AF65-F5344CB8AC3E}">
        <p14:creationId xmlns:p14="http://schemas.microsoft.com/office/powerpoint/2010/main" val="9521485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6BDB821E-3E44-1141-8C7B-FEB07B979251}"/>
              </a:ext>
            </a:extLst>
          </p:cNvPr>
          <p:cNvSpPr/>
          <p:nvPr userDrawn="1"/>
        </p:nvSpPr>
        <p:spPr>
          <a:xfrm>
            <a:off x="0" y="6210000"/>
            <a:ext cx="12193200" cy="648000"/>
          </a:xfrm>
          <a:prstGeom prst="rect">
            <a:avLst/>
          </a:prstGeom>
          <a:solidFill>
            <a:srgbClr val="001D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jdelijke aanduiding voor titel 1"/>
          <p:cNvSpPr>
            <a:spLocks noGrp="1"/>
          </p:cNvSpPr>
          <p:nvPr>
            <p:ph type="title"/>
          </p:nvPr>
        </p:nvSpPr>
        <p:spPr>
          <a:xfrm>
            <a:off x="576000" y="576000"/>
            <a:ext cx="11041200" cy="1112675"/>
          </a:xfrm>
          <a:prstGeom prst="rect">
            <a:avLst/>
          </a:prstGeom>
        </p:spPr>
        <p:txBody>
          <a:bodyPr vert="horz" lIns="0" tIns="0" rIns="0" bIns="0" rtlCol="0" anchor="t"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836000"/>
            <a:ext cx="11041200" cy="4046910"/>
          </a:xfrm>
          <a:prstGeom prst="rect">
            <a:avLst/>
          </a:prstGeom>
        </p:spPr>
        <p:txBody>
          <a:bodyPr vert="horz" lIns="0" tIns="0" rIns="0" bIns="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7F6F9242-A3CF-2647-958A-D832101EE83D}" type="datetime1">
              <a:rPr lang="en-US" smtClean="0"/>
              <a:t>10/11/25</a:t>
            </a:fld>
            <a:endParaRPr lang="nl-NL" dirty="0"/>
          </a:p>
        </p:txBody>
      </p:sp>
      <p:sp>
        <p:nvSpPr>
          <p:cNvPr id="5" name="Tijdelijke aanduiding voor voettekst 4"/>
          <p:cNvSpPr>
            <a:spLocks noGrp="1"/>
          </p:cNvSpPr>
          <p:nvPr>
            <p:ph type="ftr" sz="quarter" idx="3"/>
          </p:nvPr>
        </p:nvSpPr>
        <p:spPr>
          <a:xfrm>
            <a:off x="5052003"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pic>
        <p:nvPicPr>
          <p:cNvPr id="7" name="Afbeelding 6" descr="Afbeelding met Lettertype, Graphics, logo, schermopname&#10;&#10;Automatisch gegenereerde beschrijving">
            <a:extLst>
              <a:ext uri="{FF2B5EF4-FFF2-40B4-BE49-F238E27FC236}">
                <a16:creationId xmlns:a16="http://schemas.microsoft.com/office/drawing/2014/main" id="{15E13232-C638-6951-DDA6-89141A14C296}"/>
              </a:ext>
            </a:extLst>
          </p:cNvPr>
          <p:cNvPicPr>
            <a:picLocks noChangeAspect="1"/>
          </p:cNvPicPr>
          <p:nvPr userDrawn="1"/>
        </p:nvPicPr>
        <p:blipFill>
          <a:blip r:embed="rId15"/>
          <a:stretch>
            <a:fillRect/>
          </a:stretch>
        </p:blipFill>
        <p:spPr>
          <a:xfrm>
            <a:off x="10290602" y="6357900"/>
            <a:ext cx="1655999" cy="325389"/>
          </a:xfrm>
          <a:prstGeom prst="rect">
            <a:avLst/>
          </a:prstGeom>
        </p:spPr>
      </p:pic>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72" r:id="rId4"/>
    <p:sldLayoutId id="2147483671" r:id="rId5"/>
    <p:sldLayoutId id="2147483669" r:id="rId6"/>
    <p:sldLayoutId id="2147483668" r:id="rId7"/>
    <p:sldLayoutId id="2147483667" r:id="rId8"/>
    <p:sldLayoutId id="2147483665" r:id="rId9"/>
    <p:sldLayoutId id="2147483661" r:id="rId10"/>
    <p:sldLayoutId id="2147483666" r:id="rId11"/>
    <p:sldLayoutId id="2147483670" r:id="rId12"/>
    <p:sldLayoutId id="2147483651" r:id="rId13"/>
  </p:sldLayoutIdLst>
  <p:hf hdr="0"/>
  <p:txStyles>
    <p:titleStyle>
      <a:lvl1pPr algn="l" defTabSz="914400" rtl="0" eaLnBrk="1" latinLnBrk="0" hangingPunct="1">
        <a:lnSpc>
          <a:spcPct val="90000"/>
        </a:lnSpc>
        <a:spcBef>
          <a:spcPct val="0"/>
        </a:spcBef>
        <a:buNone/>
        <a:defRPr sz="4500" b="1" i="0" kern="1200" baseline="0">
          <a:solidFill>
            <a:srgbClr val="00407A"/>
          </a:solidFill>
          <a:latin typeface="Arial" charset="0"/>
          <a:ea typeface="+mj-ea"/>
          <a:cs typeface="+mj-cs"/>
        </a:defRPr>
      </a:lvl1pPr>
    </p:titleStyle>
    <p:bodyStyle>
      <a:lvl1pPr marL="0" indent="0" algn="l" defTabSz="914400" rtl="0" eaLnBrk="1" latinLnBrk="0" hangingPunct="1">
        <a:lnSpc>
          <a:spcPct val="90000"/>
        </a:lnSpc>
        <a:spcBef>
          <a:spcPts val="1000"/>
        </a:spcBef>
        <a:buFontTx/>
        <a:buNone/>
        <a:defRPr sz="2800" kern="1200" baseline="0">
          <a:solidFill>
            <a:srgbClr val="00407A"/>
          </a:solidFill>
          <a:latin typeface="Arial" charset="0"/>
          <a:ea typeface="+mn-ea"/>
          <a:cs typeface="+mn-cs"/>
        </a:defRPr>
      </a:lvl1pPr>
      <a:lvl2pPr marL="685800" indent="-228600" algn="l" defTabSz="914400" rtl="0" eaLnBrk="1" latinLnBrk="0" hangingPunct="1">
        <a:lnSpc>
          <a:spcPct val="90000"/>
        </a:lnSpc>
        <a:spcBef>
          <a:spcPts val="500"/>
        </a:spcBef>
        <a:buFont typeface="Arial"/>
        <a:buChar char="•"/>
        <a:defRPr sz="2400" kern="1200" baseline="0">
          <a:solidFill>
            <a:srgbClr val="00407A"/>
          </a:solidFill>
          <a:latin typeface="Arial" charset="0"/>
          <a:ea typeface="+mn-ea"/>
          <a:cs typeface="+mn-cs"/>
        </a:defRPr>
      </a:lvl2pPr>
      <a:lvl3pPr marL="1143000" indent="-228600" algn="l" defTabSz="914400" rtl="0" eaLnBrk="1" latinLnBrk="0" hangingPunct="1">
        <a:lnSpc>
          <a:spcPct val="90000"/>
        </a:lnSpc>
        <a:spcBef>
          <a:spcPts val="500"/>
        </a:spcBef>
        <a:buFont typeface="Arial"/>
        <a:buChar char="•"/>
        <a:defRPr sz="2000" kern="1200" baseline="0">
          <a:solidFill>
            <a:srgbClr val="00407A"/>
          </a:solidFill>
          <a:latin typeface="Arial" charset="0"/>
          <a:ea typeface="+mn-ea"/>
          <a:cs typeface="+mn-cs"/>
        </a:defRPr>
      </a:lvl3pPr>
      <a:lvl4pPr marL="16002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4pPr>
      <a:lvl5pPr marL="20574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Klasse F versterker</a:t>
            </a:r>
          </a:p>
        </p:txBody>
      </p:sp>
      <p:sp>
        <p:nvSpPr>
          <p:cNvPr id="3" name="TextBox 2"/>
          <p:cNvSpPr txBox="1"/>
          <p:nvPr/>
        </p:nvSpPr>
        <p:spPr>
          <a:xfrm>
            <a:off x="6400800" y="4114800"/>
            <a:ext cx="4572000" cy="1828800"/>
          </a:xfrm>
          <a:prstGeom prst="rect">
            <a:avLst/>
          </a:prstGeom>
          <a:noFill/>
        </p:spPr>
        <p:txBody>
          <a:bodyPr wrap="none">
            <a:spAutoFit/>
          </a:bodyPr>
          <a:lstStyle/>
          <a:p>
            <a:pPr>
              <a:defRPr sz="2400">
                <a:solidFill>
                  <a:srgbClr val="FFFFFF"/>
                </a:solidFill>
              </a:defRPr>
            </a:pPr>
            <a:r>
              <a:t>met trilkring derde harmonische</a:t>
            </a:r>
          </a:p>
        </p:txBody>
      </p:sp>
      <p:sp>
        <p:nvSpPr>
          <p:cNvPr id="4" name="TextBox 3"/>
          <p:cNvSpPr txBox="1"/>
          <p:nvPr/>
        </p:nvSpPr>
        <p:spPr>
          <a:xfrm>
            <a:off x="6400800" y="5577840"/>
            <a:ext cx="1828800" cy="457200"/>
          </a:xfrm>
          <a:prstGeom prst="rect">
            <a:avLst/>
          </a:prstGeom>
          <a:noFill/>
        </p:spPr>
        <p:txBody>
          <a:bodyPr wrap="none">
            <a:spAutoFit/>
          </a:bodyPr>
          <a:lstStyle/>
          <a:p>
            <a:pPr>
              <a:defRPr>
                <a:solidFill>
                  <a:srgbClr val="FFFFFF"/>
                </a:solidFill>
              </a:defRPr>
            </a:pPr>
            <a:r>
              <a:t>Jan Genoe</a:t>
            </a:r>
          </a:p>
        </p:txBody>
      </p:sp>
      <p:sp>
        <p:nvSpPr>
          <p:cNvPr id="5" name="TextBox 4"/>
          <p:cNvSpPr txBox="1"/>
          <p:nvPr/>
        </p:nvSpPr>
        <p:spPr>
          <a:xfrm>
            <a:off x="6400800" y="5760720"/>
            <a:ext cx="1828800" cy="457200"/>
          </a:xfrm>
          <a:prstGeom prst="rect">
            <a:avLst/>
          </a:prstGeom>
          <a:noFill/>
        </p:spPr>
        <p:txBody>
          <a:bodyPr wrap="none">
            <a:spAutoFit/>
          </a:bodyPr>
          <a:lstStyle/>
          <a:p>
            <a:pPr>
              <a:defRPr>
                <a:solidFill>
                  <a:srgbClr val="FFFFFF"/>
                </a:solidFill>
              </a:defRPr>
            </a:pPr>
            <a:r>
              <a:t>September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rPr b="1"/>
              <a:t>Inleiding</a:t>
            </a:r>
            <a:r>
              <a:t> - Wat zijn Klasse F versterkers?</a:t>
            </a:r>
          </a:p>
          <a:p>
            <a:pPr lvl="1"/>
            <a:r>
              <a:rPr b="1"/>
              <a:t>Theoretische achtergrond</a:t>
            </a:r>
            <a:r>
              <a:t> - Werkingsprincipe en vergelijking Klasse C</a:t>
            </a:r>
          </a:p>
          <a:p>
            <a:pPr lvl="1"/>
            <a:r>
              <a:rPr b="1"/>
              <a:t>Circuitanalyse</a:t>
            </a:r>
            <a:r>
              <a:t> - Praktisch schema en componenten</a:t>
            </a:r>
          </a:p>
          <a:p>
            <a:pPr lvl="1"/>
            <a:r>
              <a:rPr b="1"/>
              <a:t>Simulaties</a:t>
            </a:r>
            <a:r>
              <a:t> - SPICE analyse van het gedrag</a:t>
            </a:r>
          </a:p>
          <a:p>
            <a:pPr lvl="1"/>
            <a:r>
              <a:rPr b="1"/>
              <a:t>Harmonische filtering</a:t>
            </a:r>
            <a:r>
              <a:t> - Rol van de extra LC-kringen</a:t>
            </a:r>
          </a:p>
          <a:p>
            <a:pPr lvl="1"/>
            <a:r>
              <a:rPr b="1"/>
              <a:t>Efficiëntie</a:t>
            </a:r>
            <a:r>
              <a:t> - Prestatievoordelen</a:t>
            </a:r>
          </a:p>
          <a:p>
            <a:pPr lvl="1"/>
            <a:r>
              <a:rPr b="1"/>
              <a:t>Alternatieve schema's</a:t>
            </a:r>
            <a:r>
              <a:t> - Varianten en toepassingen</a:t>
            </a:r>
          </a:p>
          <a:p>
            <a:pPr lvl="1"/>
            <a:r>
              <a:rPr b="1"/>
              <a:t>Conclusies</a:t>
            </a:r>
            <a:r>
              <a:t> - Samenvatting en praktische overwegingen</a:t>
            </a:r>
          </a:p>
        </p:txBody>
      </p:sp>
      <p:sp>
        <p:nvSpPr>
          <p:cNvPr id="3" name="Title 2"/>
          <p:cNvSpPr>
            <a:spLocks noGrp="1"/>
          </p:cNvSpPr>
          <p:nvPr>
            <p:ph type="title"/>
          </p:nvPr>
        </p:nvSpPr>
        <p:spPr/>
        <p:txBody>
          <a:bodyPr wrap="square">
            <a:noAutofit/>
          </a:bodyPr>
          <a:lstStyle/>
          <a:p>
            <a:r>
              <a:rPr sz="3200" b="1" i="0">
                <a:latin typeface="Arial"/>
              </a:rPr>
              <a:t>Overzicht</a:t>
            </a:r>
            <a:endParaRPr sz="3200" b="1" i="0">
              <a:latin typeface="Aria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Klasse F versterkers zijn </a:t>
            </a:r>
            <a:r>
              <a:rPr b="1"/>
              <a:t>hoogfrequent resonante versterkers</a:t>
            </a:r>
            <a:r>
              <a:t> die:</a:t>
            </a:r>
          </a:p>
          <a:p>
            <a:pPr lvl="1"/>
            <a:r>
              <a:t>Werken met </a:t>
            </a:r>
            <a:r>
              <a:rPr b="1"/>
              <a:t>harmonische filtering</a:t>
            </a:r>
          </a:p>
          <a:p>
            <a:pPr lvl="1"/>
            <a:r>
              <a:t>Gebruiken </a:t>
            </a:r>
            <a:r>
              <a:rPr b="1"/>
              <a:t>meerdere LC-kringen</a:t>
            </a:r>
            <a:r>
              <a:t> voor optimalisatie</a:t>
            </a:r>
          </a:p>
          <a:p>
            <a:pPr lvl="1"/>
            <a:r>
              <a:t>Hebben een </a:t>
            </a:r>
            <a:r>
              <a:rPr b="1"/>
              <a:t>zeer hoge efficiëntie</a:t>
            </a:r>
            <a:r>
              <a:t> (theoretisch 100%)</a:t>
            </a:r>
          </a:p>
          <a:p>
            <a:pPr lvl="1"/>
            <a:r>
              <a:t>Zijn optimaal voor </a:t>
            </a:r>
            <a:r>
              <a:rPr b="1"/>
              <a:t>enkelvoudige frequenties</a:t>
            </a:r>
          </a:p>
        </p:txBody>
      </p:sp>
      <p:sp>
        <p:nvSpPr>
          <p:cNvPr id="3" name="Title 2"/>
          <p:cNvSpPr>
            <a:spLocks noGrp="1"/>
          </p:cNvSpPr>
          <p:nvPr>
            <p:ph type="title"/>
          </p:nvPr>
        </p:nvSpPr>
        <p:spPr/>
        <p:txBody>
          <a:bodyPr wrap="square">
            <a:noAutofit/>
          </a:bodyPr>
          <a:lstStyle/>
          <a:p>
            <a:r>
              <a:rPr sz="3200" b="1" i="0">
                <a:latin typeface="Arial"/>
              </a:rPr>
              <a:t>Definitie</a:t>
            </a:r>
            <a:endParaRPr sz="3200" b="1" i="0">
              <a:latin typeface="Arial"/>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 </a:t>
            </a:r>
            <a:r>
              <a:rPr b="1"/>
              <a:t>Resonant</a:t>
            </a:r>
            <a:r>
              <a:t>: Werken op één specifieke frequentie</a:t>
            </a:r>
          </a:p>
          <a:p>
            <a:pPr lvl="1"/>
            <a:r>
              <a:t>⚡ </a:t>
            </a:r>
            <a:r>
              <a:rPr b="1"/>
              <a:t>Efficiënt</a:t>
            </a:r>
            <a:r>
              <a:t>: Minimaal energieverlies</a:t>
            </a:r>
          </a:p>
          <a:p>
            <a:pPr lvl="1"/>
            <a:r>
              <a:t>🔧 </a:t>
            </a:r>
            <a:r>
              <a:rPr b="1"/>
              <a:t>Selectief</a:t>
            </a:r>
            <a:r>
              <a:t>: Smalle bandbreedte (~1% van f</a:t>
            </a:r>
            <a:r>
              <a:rPr sz="1800" baseline="-25000"/>
              <a:t>o</a:t>
            </a:r>
            <a:r>
              <a:t>)</a:t>
            </a:r>
          </a:p>
          <a:p>
            <a:pPr lvl="1"/>
            <a:r>
              <a:t>📡 </a:t>
            </a:r>
            <a:r>
              <a:rPr b="1"/>
              <a:t>RF toepassingen</a:t>
            </a:r>
            <a:r>
              <a:t>: Zenders, oscillatoren</a:t>
            </a:r>
          </a:p>
        </p:txBody>
      </p:sp>
      <p:sp>
        <p:nvSpPr>
          <p:cNvPr id="3" name="Title 2"/>
          <p:cNvSpPr>
            <a:spLocks noGrp="1"/>
          </p:cNvSpPr>
          <p:nvPr>
            <p:ph type="title"/>
          </p:nvPr>
        </p:nvSpPr>
        <p:spPr/>
        <p:txBody>
          <a:bodyPr wrap="square">
            <a:noAutofit/>
          </a:bodyPr>
          <a:lstStyle/>
          <a:p>
            <a:r>
              <a:rPr sz="3200" b="1" i="0">
                <a:latin typeface="Arial"/>
              </a:rPr>
              <a:t>Belangrijkste kenmerken</a:t>
            </a:r>
            <a:endParaRPr sz="3200" b="1" i="0">
              <a:latin typeface="Arial"/>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Klasse C versterker</a:t>
            </a:r>
          </a:p>
          <a:p>
            <a:pPr lvl="1"/>
            <a:r>
              <a:rPr b="1"/>
              <a:t>Eenvoudig</a:t>
            </a:r>
            <a:r>
              <a:t>: Één LC-kring</a:t>
            </a:r>
          </a:p>
          <a:p>
            <a:pPr lvl="1"/>
            <a:r>
              <a:rPr b="1"/>
              <a:t>Basis resonantie</a:t>
            </a:r>
            <a:r>
              <a:t>: Werkt op fundamentele frequentie</a:t>
            </a:r>
          </a:p>
          <a:p>
            <a:pPr lvl="1"/>
            <a:r>
              <a:rPr b="1"/>
              <a:t>Beperkte efficiëntie</a:t>
            </a:r>
            <a:r>
              <a:t>: ~85-90%</a:t>
            </a:r>
          </a:p>
          <a:p>
            <a:pPr/>
          </a:p>
          <a:p>
            <a:pPr/>
            <a:r>
              <a:t>Klasse F versterker  </a:t>
            </a:r>
          </a:p>
          <a:p>
            <a:pPr lvl="1"/>
            <a:r>
              <a:rPr b="1"/>
              <a:t>Uitgebreid</a:t>
            </a:r>
            <a:r>
              <a:t>: Meerdere LC-kringen</a:t>
            </a:r>
          </a:p>
          <a:p>
            <a:pPr lvl="1"/>
            <a:r>
              <a:rPr b="1"/>
              <a:t>Harmonische optimalisatie</a:t>
            </a:r>
            <a:r>
              <a:t>: Controle over 2e en 3e harmonische</a:t>
            </a:r>
          </a:p>
          <a:p>
            <a:pPr lvl="1"/>
            <a:r>
              <a:rPr b="1"/>
              <a:t>Hogere efficiëntie</a:t>
            </a:r>
            <a:r>
              <a:t>: Tot ~95% praktisch</a:t>
            </a:r>
          </a:p>
        </p:txBody>
      </p:sp>
      <p:sp>
        <p:nvSpPr>
          <p:cNvPr id="3" name="Title 2"/>
          <p:cNvSpPr>
            <a:spLocks noGrp="1"/>
          </p:cNvSpPr>
          <p:nvPr>
            <p:ph type="title"/>
          </p:nvPr>
        </p:nvSpPr>
        <p:spPr/>
        <p:txBody>
          <a:bodyPr wrap="square">
            <a:noAutofit/>
          </a:bodyPr>
          <a:lstStyle/>
          <a:p>
            <a:r>
              <a:rPr sz="3200" b="1" i="0">
                <a:latin typeface="Arial"/>
              </a:rPr>
              <a:t>Verschil tussen Klasse C en Klasse F</a:t>
            </a:r>
            <a:endParaRPr sz="3200" b="1" i="0">
              <a:latin typeface="Arial"/>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De extra LC-kringen in Klasse F zorgen voor:</a:t>
            </a:r>
          </a:p>
          <a:p>
            <a:pPr lvl="1"/>
            <a:r>
              <a:rPr b="1"/>
              <a:t>Betere golfvorm</a:t>
            </a:r>
            <a:r>
              <a:t>: Minder vervorming</a:t>
            </a:r>
          </a:p>
          <a:p>
            <a:pPr lvl="1"/>
            <a:r>
              <a:rPr b="1"/>
              <a:t>Hogere efficiëntie</a:t>
            </a:r>
            <a:r>
              <a:t>: Minder energieverlies</a:t>
            </a:r>
          </a:p>
          <a:p>
            <a:pPr lvl="1"/>
            <a:r>
              <a:rPr b="1"/>
              <a:t>Meer vermogen</a:t>
            </a:r>
            <a:r>
              <a:t>: Bij dezelfde transistor</a:t>
            </a:r>
          </a:p>
        </p:txBody>
      </p:sp>
      <p:sp>
        <p:nvSpPr>
          <p:cNvPr id="3" name="Title 2"/>
          <p:cNvSpPr>
            <a:spLocks noGrp="1"/>
          </p:cNvSpPr>
          <p:nvPr>
            <p:ph type="title"/>
          </p:nvPr>
        </p:nvSpPr>
        <p:spPr/>
        <p:txBody>
          <a:bodyPr wrap="square">
            <a:noAutofit/>
          </a:bodyPr>
          <a:lstStyle/>
          <a:p>
            <a:r>
              <a:rPr sz="3200" b="1" i="0">
                <a:latin typeface="Arial"/>
              </a:rPr>
              <a:t>Waarom Klasse F?</a:t>
            </a:r>
            <a:endParaRPr sz="3200" b="1" i="0">
              <a:latin typeface="Arial"/>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Basisschema van de klasse F versterker</a:t>
            </a:r>
            <a:endParaRPr sz="3200" b="1" i="0">
              <a:latin typeface="Arial"/>
            </a:endParaRPr>
          </a:p>
        </p:txBody>
      </p:sp>
      <p:pic>
        <p:nvPicPr>
          <p:cNvPr id="4" name="Picture 3" descr="image.png"/>
          <p:cNvPicPr>
            <a:picLocks noChangeAspect="1"/>
          </p:cNvPicPr>
          <p:nvPr/>
        </p:nvPicPr>
        <p:blipFill>
          <a:blip r:embed="rId2"/>
          <a:stretch>
            <a:fillRect/>
          </a:stretch>
        </p:blipFill>
        <p:spPr>
          <a:xfrm>
            <a:off x="4342521" y="539496"/>
            <a:ext cx="3506958" cy="56692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In het schema identificeren we:</a:t>
            </a:r>
          </a:p>
          <a:p>
            <a:pPr lvl="1"/>
            <a:r>
              <a:rPr b="1"/>
              <a:t>Knoop 1</a:t>
            </a:r>
            <a:r>
              <a:t>: Ingang (AC koppeling)</a:t>
            </a:r>
          </a:p>
          <a:p>
            <a:pPr lvl="1"/>
            <a:r>
              <a:rPr b="1"/>
              <a:t>Knoop 2</a:t>
            </a:r>
            <a:r>
              <a:t>: Collector (fundamentele + harmonischen)</a:t>
            </a:r>
          </a:p>
          <a:p>
            <a:pPr lvl="1"/>
            <a:r>
              <a:rPr b="1"/>
              <a:t>Knoop 3</a:t>
            </a:r>
            <a:r>
              <a:t>: Voeding (V</a:t>
            </a:r>
            <a:r>
              <a:rPr sz="1800" baseline="-25000"/>
              <a:t>dd</a:t>
            </a:r>
            <a:r>
              <a:t>)</a:t>
            </a:r>
          </a:p>
          <a:p>
            <a:pPr lvl="1"/>
            <a:r>
              <a:rPr b="1"/>
              <a:t>Knoop 5</a:t>
            </a:r>
            <a:r>
              <a:t>: Uitgang (gefilterde fundamentele)</a:t>
            </a:r>
          </a:p>
        </p:txBody>
      </p:sp>
      <p:sp>
        <p:nvSpPr>
          <p:cNvPr id="3" name="Title 2"/>
          <p:cNvSpPr>
            <a:spLocks noGrp="1"/>
          </p:cNvSpPr>
          <p:nvPr>
            <p:ph type="title"/>
          </p:nvPr>
        </p:nvSpPr>
        <p:spPr/>
        <p:txBody>
          <a:bodyPr wrap="square">
            <a:noAutofit/>
          </a:bodyPr>
          <a:lstStyle/>
          <a:p>
            <a:r>
              <a:rPr sz="3200" b="1" i="0">
                <a:latin typeface="Arial"/>
              </a:rPr>
              <a:t>Belangrijke knopen</a:t>
            </a:r>
            <a:endParaRPr sz="3200" b="1" i="0">
              <a:latin typeface="Arial"/>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rPr b="1"/>
              <a:t>Q1</a:t>
            </a:r>
            <a:r>
              <a:t>: driving transistor</a:t>
            </a:r>
          </a:p>
          <a:p>
            <a:pPr lvl="1"/>
            <a:r>
              <a:rPr b="1"/>
              <a:t>L1, C1</a:t>
            </a:r>
            <a:r>
              <a:t>: Fundamentele resonantiekring (f</a:t>
            </a:r>
            <a:r>
              <a:rPr sz="1800" baseline="-25000"/>
              <a:t>o</a:t>
            </a:r>
            <a:r>
              <a:t>)</a:t>
            </a:r>
          </a:p>
          <a:p>
            <a:pPr lvl="1"/>
            <a:r>
              <a:rPr b="1"/>
              <a:t>L3, C3</a:t>
            </a:r>
            <a:r>
              <a:t>: 3e harmonische filter (3×f</a:t>
            </a:r>
            <a:r>
              <a:rPr sz="1800" baseline="-25000"/>
              <a:t>o</a:t>
            </a:r>
            <a:r>
              <a:t>)</a:t>
            </a:r>
          </a:p>
        </p:txBody>
      </p:sp>
      <p:sp>
        <p:nvSpPr>
          <p:cNvPr id="3" name="Title 2"/>
          <p:cNvSpPr>
            <a:spLocks noGrp="1"/>
          </p:cNvSpPr>
          <p:nvPr>
            <p:ph type="title"/>
          </p:nvPr>
        </p:nvSpPr>
        <p:spPr/>
        <p:txBody>
          <a:bodyPr wrap="square">
            <a:noAutofit/>
          </a:bodyPr>
          <a:lstStyle/>
          <a:p>
            <a:r>
              <a:rPr sz="3200" b="1" i="0">
                <a:latin typeface="Arial"/>
              </a:rPr>
              <a:t>Sleutelcomponenten</a:t>
            </a:r>
            <a:endParaRPr sz="3200" b="1" i="0">
              <a:latin typeface="Arial"/>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 klasse F basiscircuit</a:t>
            </a:r>
            <a:endParaRPr sz="2400" b="0" i="0">
              <a:latin typeface="Courier"/>
            </a:endParaRPr>
          </a:p>
          <a:p>
            <a:pPr>
              <a:lnSpc>
                <a:spcPts val="2400"/>
              </a:lnSpc>
              <a:defRPr>
                <a:solidFill>
                  <a:srgbClr val="FFFFFF"/>
                </a:solidFill>
              </a:defRPr>
            </a:pPr>
            <a:r>
              <a:rPr sz="2400" b="0" i="0">
                <a:latin typeface="Courier"/>
              </a:rPr>
              <a:t>Q_Q1         2 1 0 Q2</a:t>
            </a:r>
            <a:endParaRPr sz="2400" b="0" i="0">
              <a:latin typeface="Courier"/>
            </a:endParaRPr>
          </a:p>
          <a:p>
            <a:pPr>
              <a:lnSpc>
                <a:spcPts val="2400"/>
              </a:lnSpc>
              <a:defRPr>
                <a:solidFill>
                  <a:srgbClr val="FFFFFF"/>
                </a:solidFill>
              </a:defRPr>
            </a:pPr>
            <a:r>
              <a:rPr sz="2400" b="0" i="0">
                <a:latin typeface="Courier"/>
              </a:rPr>
              <a:t>L_L1         5 3   1uH</a:t>
            </a:r>
            <a:endParaRPr sz="2400" b="0" i="0">
              <a:latin typeface="Courier"/>
            </a:endParaRPr>
          </a:p>
          <a:p>
            <a:pPr>
              <a:lnSpc>
                <a:spcPts val="2400"/>
              </a:lnSpc>
              <a:defRPr>
                <a:solidFill>
                  <a:srgbClr val="FFFFFF"/>
                </a:solidFill>
              </a:defRPr>
            </a:pPr>
            <a:r>
              <a:rPr sz="2400" b="0" i="0">
                <a:latin typeface="Courier"/>
              </a:rPr>
              <a:t>C_C1         5 3   10n</a:t>
            </a:r>
            <a:endParaRPr sz="2400" b="0" i="0">
              <a:latin typeface="Courier"/>
            </a:endParaRPr>
          </a:p>
          <a:p>
            <a:pPr>
              <a:lnSpc>
                <a:spcPts val="2400"/>
              </a:lnSpc>
              <a:defRPr>
                <a:solidFill>
                  <a:srgbClr val="FFFFFF"/>
                </a:solidFill>
              </a:defRPr>
            </a:pPr>
            <a:r>
              <a:rPr sz="2400" b="0" i="0">
                <a:latin typeface="Courier"/>
              </a:rPr>
              <a:t>R_R1         5 3   60</a:t>
            </a:r>
            <a:endParaRPr sz="2400" b="0" i="0">
              <a:latin typeface="Courier"/>
            </a:endParaRPr>
          </a:p>
          <a:p>
            <a:pPr>
              <a:lnSpc>
                <a:spcPts val="2400"/>
              </a:lnSpc>
              <a:defRPr>
                <a:solidFill>
                  <a:srgbClr val="FFFFFF"/>
                </a:solidFill>
              </a:defRPr>
            </a:pPr>
            <a:r>
              <a:rPr sz="2400" b="0" i="0">
                <a:latin typeface="Courier"/>
              </a:rPr>
              <a:t>V_V3         3 0   11V</a:t>
            </a:r>
            <a:endParaRPr sz="2400" b="0" i="0">
              <a:latin typeface="Courier"/>
            </a:endParaRPr>
          </a:p>
          <a:p>
            <a:pPr>
              <a:lnSpc>
                <a:spcPts val="2400"/>
              </a:lnSpc>
              <a:defRPr>
                <a:solidFill>
                  <a:srgbClr val="FFFFFF"/>
                </a:solidFill>
              </a:defRPr>
            </a:pPr>
            <a:r>
              <a:rPr sz="2400" b="0" i="0">
                <a:latin typeface="Courier"/>
              </a:rPr>
              <a:t>V_V5         1 0   sin(0.7 0.8 1591500) DC=0.7</a:t>
            </a:r>
            <a:endParaRPr sz="2400" b="0" i="0">
              <a:latin typeface="Courier"/>
            </a:endParaRPr>
          </a:p>
          <a:p>
            <a:pPr>
              <a:lnSpc>
                <a:spcPts val="2400"/>
              </a:lnSpc>
              <a:defRPr>
                <a:solidFill>
                  <a:srgbClr val="FFFFFF"/>
                </a:solidFill>
              </a:defRPr>
            </a:pPr>
            <a:r>
              <a:rPr sz="2400" b="0" i="0">
                <a:latin typeface="Courier"/>
              </a:rPr>
              <a:t>C_C3         5 2   10n</a:t>
            </a:r>
            <a:endParaRPr sz="2400" b="0" i="0">
              <a:latin typeface="Courier"/>
            </a:endParaRPr>
          </a:p>
          <a:p>
            <a:pPr>
              <a:lnSpc>
                <a:spcPts val="2400"/>
              </a:lnSpc>
              <a:defRPr>
                <a:solidFill>
                  <a:srgbClr val="FFFFFF"/>
                </a:solidFill>
              </a:defRPr>
            </a:pPr>
            <a:r>
              <a:rPr sz="2400" b="0" i="0">
                <a:latin typeface="Courier"/>
              </a:rPr>
              <a:t>L_L3         5 2   0.111uH</a:t>
            </a:r>
            <a:endParaRPr sz="2400" b="0" i="0">
              <a:latin typeface="Courier"/>
            </a:endParaRPr>
          </a:p>
          <a:p>
            <a:pPr>
              <a:lnSpc>
                <a:spcPts val="2400"/>
              </a:lnSpc>
              <a:defRPr>
                <a:solidFill>
                  <a:srgbClr val="FFFFFF"/>
                </a:solidFill>
              </a:defRPr>
            </a:pPr>
            <a:r>
              <a:rPr sz="2400" b="0" i="0">
                <a:latin typeface="Courier"/>
              </a:rPr>
              <a:t>.model Q2  NPN(Is=14.34f BF=200 RB=200 )</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 van de klasse F versterker</a:t>
            </a:r>
            <a:endParaRPr sz="3200" b="1" i="0">
              <a:latin typeface="Arial"/>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600" b="1" i="0">
                <a:latin typeface="Arial"/>
              </a:rPr>
              <a:t>Spanningen op de verschillende knopen van de klasse F versterker</a:t>
            </a:r>
            <a:endParaRPr sz="2600" b="1" i="0">
              <a:latin typeface="Arial"/>
            </a:endParaRPr>
          </a:p>
        </p:txBody>
      </p:sp>
      <p:pic>
        <p:nvPicPr>
          <p:cNvPr id="4" name="Picture 3" descr="image.png"/>
          <p:cNvPicPr>
            <a:picLocks noChangeAspect="1"/>
          </p:cNvPicPr>
          <p:nvPr/>
        </p:nvPicPr>
        <p:blipFill>
          <a:blip r:embed="rId2"/>
          <a:stretch>
            <a:fillRect/>
          </a:stretch>
        </p:blipFill>
        <p:spPr>
          <a:xfrm>
            <a:off x="1900399" y="539496"/>
            <a:ext cx="8391202" cy="56692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rPr b="1"/>
              <a:t>Tijd</a:t>
            </a:r>
            <a:r>
              <a:t>: 10 μs (meerdere perioden)</a:t>
            </a:r>
          </a:p>
          <a:p>
            <a:pPr lvl="1"/>
            <a:r>
              <a:rPr b="1"/>
              <a:t>Frequentie</a:t>
            </a:r>
            <a:r>
              <a:t>: ~1591 kHz fundamenteel</a:t>
            </a:r>
          </a:p>
          <a:p>
            <a:pPr lvl="1"/>
            <a:r>
              <a:rPr b="1"/>
              <a:t>Temperatuur</a:t>
            </a:r>
            <a:r>
              <a:t>: 25°C</a:t>
            </a:r>
          </a:p>
        </p:txBody>
      </p:sp>
      <p:sp>
        <p:nvSpPr>
          <p:cNvPr id="3" name="Title 2"/>
          <p:cNvSpPr>
            <a:spLocks noGrp="1"/>
          </p:cNvSpPr>
          <p:nvPr>
            <p:ph type="title"/>
          </p:nvPr>
        </p:nvSpPr>
        <p:spPr/>
        <p:txBody>
          <a:bodyPr wrap="square">
            <a:noAutofit/>
          </a:bodyPr>
          <a:lstStyle/>
          <a:p>
            <a:r>
              <a:rPr sz="3200" b="1" i="0">
                <a:latin typeface="Arial"/>
              </a:rPr>
              <a:t>Simulatieparameters</a:t>
            </a:r>
            <a:endParaRPr sz="3200" b="1" i="0">
              <a:latin typeface="Arial"/>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rPr b="1"/>
              <a:t>Knoop 2</a:t>
            </a:r>
            <a:r>
              <a:t>: Collector spanning met harmonischen</a:t>
            </a:r>
          </a:p>
          <a:p>
            <a:pPr lvl="1"/>
            <a:r>
              <a:rPr b="1"/>
              <a:t>Knoop 5</a:t>
            </a:r>
            <a:r>
              <a:t>: Gefilterde 3e harmonische</a:t>
            </a:r>
          </a:p>
          <a:p>
            <a:pPr lvl="1"/>
            <a:r>
              <a:rPr b="1"/>
              <a:t>Stroom</a:t>
            </a:r>
            <a:r>
              <a:t>: Pulsvormig door transistor</a:t>
            </a:r>
          </a:p>
          <a:p>
            <a:pPr lvl="1"/>
            <a:r>
              <a:rPr b="1"/>
              <a:t>Efficiëntie</a:t>
            </a:r>
            <a:r>
              <a:t>: Verhoogd t.o.v. Klasse C</a:t>
            </a:r>
          </a:p>
        </p:txBody>
      </p:sp>
      <p:sp>
        <p:nvSpPr>
          <p:cNvPr id="3" name="Title 2"/>
          <p:cNvSpPr>
            <a:spLocks noGrp="1"/>
          </p:cNvSpPr>
          <p:nvPr>
            <p:ph type="title"/>
          </p:nvPr>
        </p:nvSpPr>
        <p:spPr/>
        <p:txBody>
          <a:bodyPr wrap="square">
            <a:noAutofit/>
          </a:bodyPr>
          <a:lstStyle/>
          <a:p>
            <a:r>
              <a:rPr sz="3200" b="1" i="0">
                <a:latin typeface="Arial"/>
              </a:rPr>
              <a:t>Wat te verwachten</a:t>
            </a:r>
            <a:endParaRPr sz="3200" b="1" i="0">
              <a:latin typeface="Arial"/>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200" b="1" i="0">
                <a:latin typeface="Arial"/>
              </a:rPr>
              <a:t>Verloop van de spanning over de eerste (LC1) en over de derde (LC3) harmonische.</a:t>
            </a:r>
            <a:endParaRPr sz="2200" b="1" i="0">
              <a:latin typeface="Arial"/>
            </a:endParaRPr>
          </a:p>
        </p:txBody>
      </p:sp>
      <p:pic>
        <p:nvPicPr>
          <p:cNvPr id="4" name="Picture 3" descr="image.png"/>
          <p:cNvPicPr>
            <a:picLocks noChangeAspect="1"/>
          </p:cNvPicPr>
          <p:nvPr/>
        </p:nvPicPr>
        <p:blipFill>
          <a:blip r:embed="rId2"/>
          <a:stretch>
            <a:fillRect/>
          </a:stretch>
        </p:blipFill>
        <p:spPr>
          <a:xfrm>
            <a:off x="1850302" y="539496"/>
            <a:ext cx="8491396" cy="56692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Verloop van de collector current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879525" y="539496"/>
            <a:ext cx="8432950" cy="56692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Effect van de saturatiespanning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3181026" y="539496"/>
            <a:ext cx="5829948" cy="56692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Analyse van de Simulatieresultaten</a:t>
            </a:r>
            <a:endParaRPr sz="3200" b="1" i="0">
              <a:latin typeface="Aria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rPr b="1"/>
              <a:t>Knoop 2 vs Knoop 5</a:t>
            </a:r>
            <a:r>
              <a:t>: Toont effect van 3e harmonische filter</a:t>
            </a:r>
          </a:p>
          <a:p>
            <a:pPr lvl="1"/>
            <a:r>
              <a:rPr b="1"/>
              <a:t>Kleurgecodeerde zones</a:t>
            </a:r>
            <a:r>
              <a:t>:</a:t>
            </a:r>
          </a:p>
          <a:p>
            <a:pPr lvl="2"/>
            <a:r>
              <a:t>🟢 </a:t>
            </a:r>
            <a:r>
              <a:rPr b="1"/>
              <a:t>Groen</a:t>
            </a:r>
            <a:r>
              <a:t>: Transistor stroom niet gereduceerd door saturatie</a:t>
            </a:r>
          </a:p>
          <a:p>
            <a:pPr lvl="3"/>
            <a:r>
              <a:t>Transistor in het voorwaarts actief gebied</a:t>
            </a:r>
          </a:p>
          <a:p>
            <a:pPr lvl="2"/>
            <a:r>
              <a:t>🔴 </a:t>
            </a:r>
            <a:r>
              <a:rPr b="1"/>
              <a:t>Rood</a:t>
            </a:r>
            <a:r>
              <a:t>: Transistor stroom gereduceerd door saturatie</a:t>
            </a:r>
          </a:p>
          <a:p>
            <a:pPr lvl="3"/>
            <a:r>
              <a:t>lage collector spanning</a:t>
            </a:r>
          </a:p>
        </p:txBody>
      </p:sp>
      <p:sp>
        <p:nvSpPr>
          <p:cNvPr id="3" name="Title 2"/>
          <p:cNvSpPr>
            <a:spLocks noGrp="1"/>
          </p:cNvSpPr>
          <p:nvPr>
            <p:ph type="title"/>
          </p:nvPr>
        </p:nvSpPr>
        <p:spPr/>
        <p:txBody>
          <a:bodyPr wrap="square">
            <a:noAutofit/>
          </a:bodyPr>
          <a:lstStyle/>
          <a:p>
            <a:r>
              <a:rPr sz="3200" b="1" i="0">
                <a:latin typeface="Arial"/>
              </a:rPr>
              <a:t>Spanningsverschillen</a:t>
            </a:r>
            <a:endParaRPr sz="3200" b="1" i="0">
              <a:latin typeface="Arial"/>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De 3e harmonische filter zorgt voor:</a:t>
            </a:r>
          </a:p>
          <a:p>
            <a:pPr lvl="1"/>
            <a:r>
              <a:rPr b="1"/>
              <a:t>Golfvorming</a:t>
            </a:r>
            <a:r>
              <a:t>: Verbeterde collector spanning</a:t>
            </a:r>
          </a:p>
          <a:p>
            <a:pPr lvl="1"/>
            <a:r>
              <a:rPr b="1"/>
              <a:t>Efficiëntie</a:t>
            </a:r>
            <a:r>
              <a:t>: Verminderd energieverlies</a:t>
            </a:r>
          </a:p>
          <a:p>
            <a:pPr lvl="1"/>
            <a:r>
              <a:rPr b="1"/>
              <a:t>Vermogen</a:t>
            </a:r>
            <a:r>
              <a:t>: Optimale energieoverdracht</a:t>
            </a:r>
          </a:p>
        </p:txBody>
      </p:sp>
      <p:sp>
        <p:nvSpPr>
          <p:cNvPr id="3" name="Title 2"/>
          <p:cNvSpPr>
            <a:spLocks noGrp="1"/>
          </p:cNvSpPr>
          <p:nvPr>
            <p:ph type="title"/>
          </p:nvPr>
        </p:nvSpPr>
        <p:spPr/>
        <p:txBody>
          <a:bodyPr wrap="square">
            <a:noAutofit/>
          </a:bodyPr>
          <a:lstStyle/>
          <a:p>
            <a:r>
              <a:rPr sz="3200" b="1" i="0">
                <a:latin typeface="Arial"/>
              </a:rPr>
              <a:t>Harmonische werking</a:t>
            </a:r>
            <a:endParaRPr sz="3200" b="1" i="0">
              <a:latin typeface="Arial"/>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Efficiëntie van Klasse F Versterkers</a:t>
            </a:r>
            <a:endParaRPr sz="3200" b="1" i="0">
              <a:latin typeface="Arial"/>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rPr b="1"/>
              <a:t>Klasse A</a:t>
            </a:r>
            <a:r>
              <a:t>: Max 50%</a:t>
            </a:r>
          </a:p>
          <a:p>
            <a:pPr lvl="1"/>
            <a:r>
              <a:rPr b="1"/>
              <a:t>Klasse B</a:t>
            </a:r>
            <a:r>
              <a:t>: Max 78.5%</a:t>
            </a:r>
          </a:p>
          <a:p>
            <a:pPr lvl="1"/>
            <a:r>
              <a:rPr b="1"/>
              <a:t>Klasse C</a:t>
            </a:r>
            <a:r>
              <a:t>: 85-90%</a:t>
            </a:r>
          </a:p>
          <a:p>
            <a:pPr lvl="1"/>
            <a:r>
              <a:rPr b="1"/>
              <a:t>Klasse F</a:t>
            </a:r>
            <a:r>
              <a:t>: Tot 100% (theoretisch)</a:t>
            </a:r>
          </a:p>
        </p:txBody>
      </p:sp>
      <p:sp>
        <p:nvSpPr>
          <p:cNvPr id="3" name="Title 2"/>
          <p:cNvSpPr>
            <a:spLocks noGrp="1"/>
          </p:cNvSpPr>
          <p:nvPr>
            <p:ph type="title"/>
          </p:nvPr>
        </p:nvSpPr>
        <p:spPr/>
        <p:txBody>
          <a:bodyPr wrap="square">
            <a:noAutofit/>
          </a:bodyPr>
          <a:lstStyle/>
          <a:p>
            <a:r>
              <a:rPr sz="3200" b="1" i="0">
                <a:latin typeface="Arial"/>
              </a:rPr>
              <a:t>Theoretische efficiëntie</a:t>
            </a:r>
            <a:endParaRPr sz="3200" b="1" i="0">
              <a:latin typeface="Arial"/>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rPr b="1"/>
              <a:t>Energiebesparing</a:t>
            </a:r>
            <a:r>
              <a:t>: Lagere operationele kosten</a:t>
            </a:r>
          </a:p>
          <a:p>
            <a:pPr lvl="1"/>
            <a:r>
              <a:rPr b="1"/>
              <a:t>Koeling</a:t>
            </a:r>
            <a:r>
              <a:t>: Minder warmteontwikkeling</a:t>
            </a:r>
          </a:p>
          <a:p>
            <a:pPr lvl="1"/>
            <a:r>
              <a:rPr b="1"/>
              <a:t>Batterijduur</a:t>
            </a:r>
            <a:r>
              <a:t>: Langer bij draagbare apparaten</a:t>
            </a:r>
          </a:p>
          <a:p>
            <a:pPr lvl="1"/>
            <a:r>
              <a:rPr b="1"/>
              <a:t>Vermogen</a:t>
            </a:r>
            <a:r>
              <a:t>: Meer output bij zelfde transistor</a:t>
            </a:r>
          </a:p>
        </p:txBody>
      </p:sp>
      <p:sp>
        <p:nvSpPr>
          <p:cNvPr id="3" name="Title 2"/>
          <p:cNvSpPr>
            <a:spLocks noGrp="1"/>
          </p:cNvSpPr>
          <p:nvPr>
            <p:ph type="title"/>
          </p:nvPr>
        </p:nvSpPr>
        <p:spPr/>
        <p:txBody>
          <a:bodyPr wrap="square">
            <a:noAutofit/>
          </a:bodyPr>
          <a:lstStyle/>
          <a:p>
            <a:r>
              <a:rPr sz="3200" b="1" i="0">
                <a:latin typeface="Arial"/>
              </a:rPr>
              <a:t>Praktische voordelen</a:t>
            </a:r>
            <a:endParaRPr sz="3200" b="1" i="0">
              <a:latin typeface="Arial"/>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 </a:t>
            </a:r>
            <a:r>
              <a:rPr b="1"/>
              <a:t>Voordeel</a:t>
            </a:r>
            <a:r>
              <a:t>: Hogere efficiëntie</a:t>
            </a:r>
          </a:p>
          <a:p>
            <a:pPr lvl="1"/>
            <a:r>
              <a:t>💰 </a:t>
            </a:r>
            <a:r>
              <a:rPr b="1"/>
              <a:t>Nadeel</a:t>
            </a:r>
            <a:r>
              <a:t>: Meer componenten (kosten)</a:t>
            </a:r>
          </a:p>
          <a:p>
            <a:pPr lvl="1"/>
            <a:r>
              <a:t>📐 </a:t>
            </a:r>
            <a:r>
              <a:rPr b="1"/>
              <a:t>Nadeel</a:t>
            </a:r>
            <a:r>
              <a:t>: Complexer ontwerp</a:t>
            </a:r>
          </a:p>
          <a:p>
            <a:pPr lvl="1"/>
            <a:r>
              <a:t>📏 </a:t>
            </a:r>
            <a:r>
              <a:rPr b="1"/>
              <a:t>Nadeel</a:t>
            </a:r>
            <a:r>
              <a:t>: Meer PCB ruimte</a:t>
            </a:r>
          </a:p>
        </p:txBody>
      </p:sp>
      <p:sp>
        <p:nvSpPr>
          <p:cNvPr id="3" name="Title 2"/>
          <p:cNvSpPr>
            <a:spLocks noGrp="1"/>
          </p:cNvSpPr>
          <p:nvPr>
            <p:ph type="title"/>
          </p:nvPr>
        </p:nvSpPr>
        <p:spPr/>
        <p:txBody>
          <a:bodyPr/>
          <a:lstStyle/>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Alternatieve schema's van de klasse F versterker</a:t>
            </a:r>
            <a:endParaRPr sz="3200" b="1" i="0">
              <a:latin typeface="Arial"/>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800" b="1" i="0">
                <a:latin typeface="Arial"/>
              </a:rPr>
              <a:t>klasse F versterker waarbij de uitgang oscilleert rond de grond</a:t>
            </a:r>
            <a:endParaRPr sz="2800" b="1" i="0">
              <a:latin typeface="Arial"/>
            </a:endParaRPr>
          </a:p>
        </p:txBody>
      </p:sp>
      <p:pic>
        <p:nvPicPr>
          <p:cNvPr id="4" name="Picture 3" descr="image.png"/>
          <p:cNvPicPr>
            <a:picLocks noChangeAspect="1"/>
          </p:cNvPicPr>
          <p:nvPr/>
        </p:nvPicPr>
        <p:blipFill>
          <a:blip r:embed="rId2"/>
          <a:stretch>
            <a:fillRect/>
          </a:stretch>
        </p:blipFill>
        <p:spPr>
          <a:xfrm>
            <a:off x="453462" y="539496"/>
            <a:ext cx="11285076" cy="56692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 klasseF</a:t>
            </a:r>
            <a:endParaRPr sz="2400" b="0" i="0">
              <a:latin typeface="Courier"/>
            </a:endParaRPr>
          </a:p>
          <a:p>
            <a:pPr>
              <a:lnSpc>
                <a:spcPts val="2400"/>
              </a:lnSpc>
              <a:defRPr>
                <a:solidFill>
                  <a:srgbClr val="FFFFFF"/>
                </a:solidFill>
              </a:defRPr>
            </a:pPr>
            <a:r>
              <a:rPr sz="2400" b="0" i="0">
                <a:latin typeface="Courier"/>
              </a:rPr>
              <a:t>Q_Q1         2 1 0 Q2</a:t>
            </a:r>
            <a:endParaRPr sz="2400" b="0" i="0">
              <a:latin typeface="Courier"/>
            </a:endParaRPr>
          </a:p>
          <a:p>
            <a:pPr>
              <a:lnSpc>
                <a:spcPts val="2400"/>
              </a:lnSpc>
              <a:defRPr>
                <a:solidFill>
                  <a:srgbClr val="FFFFFF"/>
                </a:solidFill>
              </a:defRPr>
            </a:pPr>
            <a:r>
              <a:rPr sz="2400" b="0" i="0">
                <a:latin typeface="Courier"/>
              </a:rPr>
              <a:t>L_L1         0 3   1uH</a:t>
            </a:r>
            <a:endParaRPr sz="2400" b="0" i="0">
              <a:latin typeface="Courier"/>
            </a:endParaRPr>
          </a:p>
          <a:p>
            <a:pPr>
              <a:lnSpc>
                <a:spcPts val="2400"/>
              </a:lnSpc>
              <a:defRPr>
                <a:solidFill>
                  <a:srgbClr val="FFFFFF"/>
                </a:solidFill>
              </a:defRPr>
            </a:pPr>
            <a:r>
              <a:rPr sz="2400" b="0" i="0">
                <a:latin typeface="Courier"/>
              </a:rPr>
              <a:t>C_C1         0 3   10n</a:t>
            </a:r>
            <a:endParaRPr sz="2400" b="0" i="0">
              <a:latin typeface="Courier"/>
            </a:endParaRPr>
          </a:p>
          <a:p>
            <a:pPr>
              <a:lnSpc>
                <a:spcPts val="2400"/>
              </a:lnSpc>
              <a:defRPr>
                <a:solidFill>
                  <a:srgbClr val="FFFFFF"/>
                </a:solidFill>
              </a:defRPr>
            </a:pPr>
            <a:r>
              <a:rPr sz="2400" b="0" i="0">
                <a:latin typeface="Courier"/>
              </a:rPr>
              <a:t>R_R1         0 3   100</a:t>
            </a:r>
            <a:endParaRPr sz="2400" b="0" i="0">
              <a:latin typeface="Courier"/>
            </a:endParaRPr>
          </a:p>
          <a:p>
            <a:pPr>
              <a:lnSpc>
                <a:spcPts val="2400"/>
              </a:lnSpc>
              <a:defRPr>
                <a:solidFill>
                  <a:srgbClr val="FFFFFF"/>
                </a:solidFill>
              </a:defRPr>
            </a:pPr>
            <a:r>
              <a:rPr sz="2400" b="0" i="0">
                <a:latin typeface="Courier"/>
              </a:rPr>
              <a:t>V_V3         4 0   10V</a:t>
            </a:r>
            <a:endParaRPr sz="2400" b="0" i="0">
              <a:latin typeface="Courier"/>
            </a:endParaRPr>
          </a:p>
          <a:p>
            <a:pPr>
              <a:lnSpc>
                <a:spcPts val="2400"/>
              </a:lnSpc>
              <a:defRPr>
                <a:solidFill>
                  <a:srgbClr val="FFFFFF"/>
                </a:solidFill>
              </a:defRPr>
            </a:pPr>
            <a:r>
              <a:rPr sz="2400" b="0" i="0">
                <a:latin typeface="Courier"/>
              </a:rPr>
              <a:t>V_V5         1 0   sin(0.4 0.8 1591500) DC=0.4</a:t>
            </a:r>
            <a:endParaRPr sz="2400" b="0" i="0">
              <a:latin typeface="Courier"/>
            </a:endParaRPr>
          </a:p>
          <a:p>
            <a:pPr>
              <a:lnSpc>
                <a:spcPts val="2400"/>
              </a:lnSpc>
              <a:defRPr>
                <a:solidFill>
                  <a:srgbClr val="FFFFFF"/>
                </a:solidFill>
              </a:defRPr>
            </a:pPr>
            <a:r>
              <a:rPr sz="2400" b="0" i="0">
                <a:latin typeface="Courier"/>
              </a:rPr>
              <a:t>C_C3         5 3   10n</a:t>
            </a:r>
            <a:endParaRPr sz="2400" b="0" i="0">
              <a:latin typeface="Courier"/>
            </a:endParaRPr>
          </a:p>
          <a:p>
            <a:pPr>
              <a:lnSpc>
                <a:spcPts val="2400"/>
              </a:lnSpc>
              <a:defRPr>
                <a:solidFill>
                  <a:srgbClr val="FFFFFF"/>
                </a:solidFill>
              </a:defRPr>
            </a:pPr>
            <a:r>
              <a:rPr sz="2400" b="0" i="0">
                <a:latin typeface="Courier"/>
              </a:rPr>
              <a:t>L_L3         6 3   0.111uH</a:t>
            </a:r>
            <a:endParaRPr sz="2400" b="0" i="0">
              <a:latin typeface="Courier"/>
            </a:endParaRPr>
          </a:p>
          <a:p>
            <a:pPr>
              <a:lnSpc>
                <a:spcPts val="2400"/>
              </a:lnSpc>
              <a:defRPr>
                <a:solidFill>
                  <a:srgbClr val="FFFFFF"/>
                </a:solidFill>
              </a:defRPr>
            </a:pPr>
            <a:r>
              <a:rPr sz="2400" b="0" i="0">
                <a:latin typeface="Courier"/>
              </a:rPr>
              <a:t>R_R3         6 5   0.001</a:t>
            </a:r>
            <a:endParaRPr sz="2400" b="0" i="0">
              <a:latin typeface="Courier"/>
            </a:endParaRPr>
          </a:p>
          <a:p>
            <a:pPr>
              <a:lnSpc>
                <a:spcPts val="2400"/>
              </a:lnSpc>
              <a:defRPr>
                <a:solidFill>
                  <a:srgbClr val="FFFFFF"/>
                </a:solidFill>
              </a:defRPr>
            </a:pPr>
            <a:r>
              <a:rPr sz="2400" b="0" i="0">
                <a:latin typeface="Courier"/>
              </a:rPr>
              <a:t>L_L2         2 4   2mH</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Klasse F versterker met oscillatie rond de grond</a:t>
            </a:r>
            <a:endParaRPr sz="3200" b="1" i="0">
              <a:latin typeface="Arial"/>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C_C2         2 5   1000n</a:t>
            </a:r>
            <a:endParaRPr sz="2400" b="0" i="0">
              <a:latin typeface="Courier"/>
            </a:endParaRPr>
          </a:p>
          <a:p>
            <a:pPr>
              <a:lnSpc>
                <a:spcPts val="2400"/>
              </a:lnSpc>
              <a:defRPr>
                <a:solidFill>
                  <a:srgbClr val="FFFFFF"/>
                </a:solidFill>
              </a:defRPr>
            </a:pPr>
            <a:r>
              <a:rPr sz="2400" b="0" i="0">
                <a:latin typeface="Courier"/>
              </a:rPr>
              <a:t>.model Q2  NPN(Is=14.34f BF=200 Rb=100 )</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Klasse F versterker met oscillatie rond de grond</a:t>
            </a:r>
            <a:endParaRPr sz="3200" b="1" i="0">
              <a:latin typeface="Arial"/>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300" b="1" i="0">
                <a:latin typeface="Arial"/>
              </a:rPr>
              <a:t>Spice simulatie van de Klasse F waarbij de uitgang oscilleert rond de grond</a:t>
            </a:r>
            <a:endParaRPr sz="2300" b="1" i="0">
              <a:latin typeface="Arial"/>
            </a:endParaRPr>
          </a:p>
        </p:txBody>
      </p:sp>
      <p:pic>
        <p:nvPicPr>
          <p:cNvPr id="4" name="Picture 3" descr="image.png"/>
          <p:cNvPicPr>
            <a:picLocks noChangeAspect="1"/>
          </p:cNvPicPr>
          <p:nvPr/>
        </p:nvPicPr>
        <p:blipFill>
          <a:blip r:embed="rId2"/>
          <a:stretch>
            <a:fillRect/>
          </a:stretch>
        </p:blipFill>
        <p:spPr>
          <a:xfrm>
            <a:off x="1893625" y="539496"/>
            <a:ext cx="8404749" cy="56692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Het alternatieve schema biedt:</a:t>
            </a:r>
          </a:p>
          <a:p>
            <a:pPr lvl="1"/>
            <a:r>
              <a:rPr b="1"/>
              <a:t>Aarding</a:t>
            </a:r>
            <a:r>
              <a:t>: Oscillatie rond 0V i.p.v. VCC</a:t>
            </a:r>
          </a:p>
          <a:p>
            <a:pPr lvl="1"/>
            <a:r>
              <a:rPr b="1"/>
              <a:t>Eenvoud</a:t>
            </a:r>
            <a:r>
              <a:t>: Gemakkelijkere metingen</a:t>
            </a:r>
          </a:p>
          <a:p>
            <a:pPr lvl="1"/>
            <a:r>
              <a:rPr b="1"/>
              <a:t>Praktisch</a:t>
            </a:r>
            <a:r>
              <a:t>: Beter voor sommige toepassingen</a:t>
            </a:r>
          </a:p>
        </p:txBody>
      </p:sp>
      <p:sp>
        <p:nvSpPr>
          <p:cNvPr id="3" name="Title 2"/>
          <p:cNvSpPr>
            <a:spLocks noGrp="1"/>
          </p:cNvSpPr>
          <p:nvPr>
            <p:ph type="title"/>
          </p:nvPr>
        </p:nvSpPr>
        <p:spPr/>
        <p:txBody>
          <a:bodyPr wrap="square">
            <a:noAutofit/>
          </a:bodyPr>
          <a:lstStyle/>
          <a:p>
            <a:r>
              <a:rPr sz="3200" b="1" i="0">
                <a:latin typeface="Arial"/>
              </a:rPr>
              <a:t>Waarom een alternatief schema?</a:t>
            </a:r>
            <a:endParaRPr sz="3200" b="1" i="0">
              <a:latin typeface="Arial"/>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100" b="1" i="0">
                <a:latin typeface="Arial"/>
              </a:rPr>
              <a:t>Spice simulatie van de Klasse F waarbij de uitgang oscilleert rond de grond. Verloop van de spanning over de eerste (LC1) en over de derde (LC3) harmonische</a:t>
            </a:r>
            <a:endParaRPr sz="2100" b="1" i="0">
              <a:latin typeface="Arial"/>
            </a:endParaRPr>
          </a:p>
        </p:txBody>
      </p:sp>
      <p:pic>
        <p:nvPicPr>
          <p:cNvPr id="4" name="Picture 3" descr="image.png"/>
          <p:cNvPicPr>
            <a:picLocks noChangeAspect="1"/>
          </p:cNvPicPr>
          <p:nvPr/>
        </p:nvPicPr>
        <p:blipFill>
          <a:blip r:embed="rId2"/>
          <a:stretch>
            <a:fillRect/>
          </a:stretch>
        </p:blipFill>
        <p:spPr>
          <a:xfrm>
            <a:off x="1850302" y="539496"/>
            <a:ext cx="8491396" cy="56692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FM radio stations</a:t>
            </a:r>
          </a:p>
          <a:p>
            <a:pPr lvl="1"/>
            <a:r>
              <a:t>TV zenders</a:t>
            </a:r>
          </a:p>
          <a:p>
            <a:pPr lvl="1"/>
            <a:r>
              <a:t>Mobiele basisstations</a:t>
            </a:r>
          </a:p>
          <a:p>
            <a:pPr lvl="1"/>
            <a:r>
              <a:t>Satellietcommunicatie</a:t>
            </a:r>
          </a:p>
        </p:txBody>
      </p:sp>
      <p:sp>
        <p:nvSpPr>
          <p:cNvPr id="3" name="Title 2"/>
          <p:cNvSpPr>
            <a:spLocks noGrp="1"/>
          </p:cNvSpPr>
          <p:nvPr>
            <p:ph type="title"/>
          </p:nvPr>
        </p:nvSpPr>
        <p:spPr/>
        <p:txBody>
          <a:bodyPr wrap="square">
            <a:noAutofit/>
          </a:bodyPr>
          <a:lstStyle/>
          <a:p>
            <a:r>
              <a:rPr sz="3200" b="1" i="0">
                <a:latin typeface="Arial"/>
              </a:rPr>
              <a:t>RF Zenders</a:t>
            </a:r>
            <a:endParaRPr sz="3200" b="1" i="0">
              <a:latin typeface="Arial"/>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RF verwarming</a:t>
            </a:r>
          </a:p>
          <a:p>
            <a:pPr lvl="1"/>
            <a:r>
              <a:t>Plasma generatoren</a:t>
            </a:r>
          </a:p>
          <a:p>
            <a:pPr lvl="1"/>
            <a:r>
              <a:t>Medische diathermie</a:t>
            </a:r>
          </a:p>
          <a:p>
            <a:pPr lvl="1"/>
            <a:r>
              <a:t>Inductieve verwarming</a:t>
            </a:r>
          </a:p>
        </p:txBody>
      </p:sp>
      <p:sp>
        <p:nvSpPr>
          <p:cNvPr id="3" name="Title 2"/>
          <p:cNvSpPr>
            <a:spLocks noGrp="1"/>
          </p:cNvSpPr>
          <p:nvPr>
            <p:ph type="title"/>
          </p:nvPr>
        </p:nvSpPr>
        <p:spPr/>
        <p:txBody>
          <a:bodyPr wrap="square">
            <a:noAutofit/>
          </a:bodyPr>
          <a:lstStyle/>
          <a:p>
            <a:r>
              <a:rPr sz="3200" b="1" i="0">
                <a:latin typeface="Arial"/>
              </a:rPr>
              <a:t>Industriële toepassingen</a:t>
            </a:r>
            <a:endParaRPr sz="3200" b="1" i="0">
              <a:latin typeface="Arial"/>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rPr b="1"/>
              <a:t>Frequentieselectie</a:t>
            </a:r>
            <a:r>
              <a:t>: Fundamenteel + harmonischen</a:t>
            </a:r>
          </a:p>
          <a:p>
            <a:pPr lvl="1"/>
            <a:r>
              <a:rPr b="1"/>
              <a:t>Q-factor</a:t>
            </a:r>
            <a:r>
              <a:t>: Bandbreedte vs efficiëntie</a:t>
            </a:r>
          </a:p>
          <a:p>
            <a:pPr lvl="1"/>
            <a:r>
              <a:rPr b="1"/>
              <a:t>Componenttoleranties</a:t>
            </a:r>
            <a:r>
              <a:t>: Precisie vereist</a:t>
            </a:r>
          </a:p>
          <a:p>
            <a:pPr lvl="1"/>
            <a:r>
              <a:rPr b="1"/>
              <a:t>Thermisch management</a:t>
            </a:r>
            <a:r>
              <a:t>: Koeling</a:t>
            </a:r>
          </a:p>
        </p:txBody>
      </p:sp>
      <p:sp>
        <p:nvSpPr>
          <p:cNvPr id="3" name="Title 2"/>
          <p:cNvSpPr>
            <a:spLocks noGrp="1"/>
          </p:cNvSpPr>
          <p:nvPr>
            <p:ph type="title"/>
          </p:nvPr>
        </p:nvSpPr>
        <p:spPr/>
        <p:txBody>
          <a:bodyPr wrap="square">
            <a:noAutofit/>
          </a:bodyPr>
          <a:lstStyle/>
          <a:p>
            <a:r>
              <a:rPr sz="3200" b="1" i="0">
                <a:latin typeface="Arial"/>
              </a:rPr>
              <a:t>Ontwerpoverwegingen</a:t>
            </a:r>
            <a:endParaRPr sz="3200" b="1" i="0">
              <a:latin typeface="Arial"/>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Samenvatting en Conclusies</a:t>
            </a:r>
            <a:endParaRPr sz="3200" b="1" i="0">
              <a:latin typeface="Arial"/>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rPr b="1"/>
              <a:t>Hoogfrequent</a:t>
            </a:r>
            <a:r>
              <a:t>: Resonante versterkers voor vaste frequenties</a:t>
            </a:r>
          </a:p>
          <a:p>
            <a:pPr lvl="1"/>
            <a:r>
              <a:rPr b="1"/>
              <a:t>Efficiënt</a:t>
            </a:r>
            <a:r>
              <a:t>: Tot 95% praktische efficiëntie mogelijk</a:t>
            </a:r>
          </a:p>
          <a:p>
            <a:pPr lvl="1"/>
            <a:r>
              <a:rPr b="1"/>
              <a:t>Harmonisch</a:t>
            </a:r>
            <a:r>
              <a:t>: 3e harmonische filter is essentieel</a:t>
            </a:r>
          </a:p>
          <a:p>
            <a:pPr lvl="1"/>
            <a:r>
              <a:rPr b="1"/>
              <a:t>Selectief</a:t>
            </a:r>
            <a:r>
              <a:t>: Smalle bandbreedte (~1% van f</a:t>
            </a:r>
            <a:r>
              <a:rPr sz="1800" baseline="-25000"/>
              <a:t>o</a:t>
            </a:r>
            <a:r>
              <a:t>)</a:t>
            </a:r>
          </a:p>
        </p:txBody>
      </p:sp>
      <p:sp>
        <p:nvSpPr>
          <p:cNvPr id="3" name="Title 2"/>
          <p:cNvSpPr>
            <a:spLocks noGrp="1"/>
          </p:cNvSpPr>
          <p:nvPr>
            <p:ph type="title"/>
          </p:nvPr>
        </p:nvSpPr>
        <p:spPr/>
        <p:txBody>
          <a:bodyPr wrap="square">
            <a:noAutofit/>
          </a:bodyPr>
          <a:lstStyle/>
          <a:p>
            <a:r>
              <a:rPr sz="3200" b="1" i="0">
                <a:latin typeface="Arial"/>
              </a:rPr>
              <a:t>Klasse F kenmerken</a:t>
            </a:r>
            <a:endParaRPr sz="3200" b="1" i="0">
              <a:latin typeface="Arial"/>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KULeuvenThema600jaar">
  <a:themeElements>
    <a:clrScheme name="KU Leuven 600-jaar">
      <a:dk1>
        <a:srgbClr val="001D41"/>
      </a:dk1>
      <a:lt1>
        <a:sysClr val="window" lastClr="FFFFFF"/>
      </a:lt1>
      <a:dk2>
        <a:srgbClr val="2F4D5D"/>
      </a:dk2>
      <a:lt2>
        <a:srgbClr val="CCD9E5"/>
      </a:lt2>
      <a:accent1>
        <a:srgbClr val="2F4D5D"/>
      </a:accent1>
      <a:accent2>
        <a:srgbClr val="1D8DB0"/>
      </a:accent2>
      <a:accent3>
        <a:srgbClr val="52BDEC"/>
      </a:accent3>
      <a:accent4>
        <a:srgbClr val="87C0BD"/>
      </a:accent4>
      <a:accent5>
        <a:srgbClr val="D4776E"/>
      </a:accent5>
      <a:accent6>
        <a:srgbClr val="E4DA3E"/>
      </a:accent6>
      <a:hlink>
        <a:srgbClr val="001D41"/>
      </a:hlink>
      <a:folHlink>
        <a:srgbClr val="52BDE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1d41a3b-f33d-4db6-b532-757106a7a2ae">
      <Terms xmlns="http://schemas.microsoft.com/office/infopath/2007/PartnerControls"/>
    </lcf76f155ced4ddcb4097134ff3c332f>
    <TaxCatchAll xmlns="bf25a9bf-a811-4965-9d0a-b88059080fe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8C495A181F81B4C9DE5AD85CD0F70D4" ma:contentTypeVersion="18" ma:contentTypeDescription="Een nieuw document maken." ma:contentTypeScope="" ma:versionID="6ba28a59cba4a02a693681f32745d77b">
  <xsd:schema xmlns:xsd="http://www.w3.org/2001/XMLSchema" xmlns:xs="http://www.w3.org/2001/XMLSchema" xmlns:p="http://schemas.microsoft.com/office/2006/metadata/properties" xmlns:ns2="81d41a3b-f33d-4db6-b532-757106a7a2ae" xmlns:ns3="bf25a9bf-a811-4965-9d0a-b88059080fed" targetNamespace="http://schemas.microsoft.com/office/2006/metadata/properties" ma:root="true" ma:fieldsID="b996b4a4c0d83f5cfec71b22aba921d2" ns2:_="" ns3:_="">
    <xsd:import namespace="81d41a3b-f33d-4db6-b532-757106a7a2ae"/>
    <xsd:import namespace="bf25a9bf-a811-4965-9d0a-b88059080fe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d41a3b-f33d-4db6-b532-757106a7a2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8b6fc0cd-01fe-45a4-a6f7-42bcc5426b5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f25a9bf-a811-4965-9d0a-b88059080fed"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element name="TaxCatchAll" ma:index="22" nillable="true" ma:displayName="Taxonomy Catch All Column" ma:hidden="true" ma:list="{055f8838-efd9-4f0c-8182-7a796d537cb6}" ma:internalName="TaxCatchAll" ma:showField="CatchAllData" ma:web="bf25a9bf-a811-4965-9d0a-b88059080fe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EE9034D-0B43-4AB0-9535-9A62DB37A999}">
  <ds:schemaRefs>
    <ds:schemaRef ds:uri="http://www.w3.org/XML/1998/namespace"/>
    <ds:schemaRef ds:uri="81d41a3b-f33d-4db6-b532-757106a7a2ae"/>
    <ds:schemaRef ds:uri="http://purl.org/dc/dcmitype/"/>
    <ds:schemaRef ds:uri="http://purl.org/dc/elements/1.1/"/>
    <ds:schemaRef ds:uri="http://schemas.microsoft.com/office/2006/documentManagement/types"/>
    <ds:schemaRef ds:uri="bf25a9bf-a811-4965-9d0a-b88059080fed"/>
    <ds:schemaRef ds:uri="http://purl.org/dc/term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263A7949-1B93-457F-8888-53CC8A016F77}">
  <ds:schemaRefs>
    <ds:schemaRef ds:uri="http://schemas.microsoft.com/sharepoint/v3/contenttype/forms"/>
  </ds:schemaRefs>
</ds:datastoreItem>
</file>

<file path=customXml/itemProps3.xml><?xml version="1.0" encoding="utf-8"?>
<ds:datastoreItem xmlns:ds="http://schemas.openxmlformats.org/officeDocument/2006/customXml" ds:itemID="{2A270F01-48F1-4A41-8E26-ACAC6689696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d41a3b-f33d-4db6-b532-757106a7a2ae"/>
    <ds:schemaRef ds:uri="bf25a9bf-a811-4965-9d0a-b88059080f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261</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KULeuvenThema600jaar</vt:lpstr>
    </vt:vector>
  </TitlesOfParts>
  <Manager/>
  <Company>KULeuven</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jan.genoe@kuleuven.be</dc:creator>
  <cp:keywords/>
  <dc:description/>
  <cp:lastModifiedBy>Jan Genoe</cp:lastModifiedBy>
  <cp:revision>17</cp:revision>
  <dcterms:created xsi:type="dcterms:W3CDTF">2017-06-28T07:18:12Z</dcterms:created>
  <dcterms:modified xsi:type="dcterms:W3CDTF">2025-10-11T17:51:24Z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0x010100B8C495A181F81B4C9DE5AD85CD0F70D4</vt:lpwstr>
  </property>
  <property fmtid="{D5CDD505-2E9C-101B-9397-08002B2CF9AE}" pid="3" name="MediaServiceImageTags">
    <vt:lpwstr/>
  </property>
  <property fmtid="{D5CDD505-2E9C-101B-9397-08002B2CF9AE}" pid="4" name="MSIP_Label_f0eba32c-0974-4663-a3a1-3cd8c30938e9_Enabled">
    <vt:lpwstr>true</vt:lpwstr>
  </property>
  <property fmtid="{D5CDD505-2E9C-101B-9397-08002B2CF9AE}" pid="5" name="MSIP_Label_f0eba32c-0974-4663-a3a1-3cd8c30938e9_SetDate">
    <vt:lpwstr>2025-09-20T11:19:19Z</vt:lpwstr>
  </property>
  <property fmtid="{D5CDD505-2E9C-101B-9397-08002B2CF9AE}" pid="6" name="MSIP_Label_f0eba32c-0974-4663-a3a1-3cd8c30938e9_Method">
    <vt:lpwstr>Privileged</vt:lpwstr>
  </property>
  <property fmtid="{D5CDD505-2E9C-101B-9397-08002B2CF9AE}" pid="7" name="MSIP_Label_f0eba32c-0974-4663-a3a1-3cd8c30938e9_Name">
    <vt:lpwstr>Public - General - Unmarked</vt:lpwstr>
  </property>
  <property fmtid="{D5CDD505-2E9C-101B-9397-08002B2CF9AE}" pid="8" name="MSIP_Label_f0eba32c-0974-4663-a3a1-3cd8c30938e9_SiteId">
    <vt:lpwstr>a72d5a72-25ee-40f0-9bd1-067cb5b770d4</vt:lpwstr>
  </property>
  <property fmtid="{D5CDD505-2E9C-101B-9397-08002B2CF9AE}" pid="9" name="MSIP_Label_f0eba32c-0974-4663-a3a1-3cd8c30938e9_ActionId">
    <vt:lpwstr>9a0ea56e-4970-4b94-8005-5d7be7d11852</vt:lpwstr>
  </property>
  <property fmtid="{D5CDD505-2E9C-101B-9397-08002B2CF9AE}" pid="10" name="MSIP_Label_f0eba32c-0974-4663-a3a1-3cd8c30938e9_ContentBits">
    <vt:lpwstr>0</vt:lpwstr>
  </property>
  <property fmtid="{D5CDD505-2E9C-101B-9397-08002B2CF9AE}" pid="11" name="MSIP_Label_f0eba32c-0974-4663-a3a1-3cd8c30938e9_Tag">
    <vt:lpwstr>10, 0, 1, 1</vt:lpwstr>
  </property>
</Properties>
</file>