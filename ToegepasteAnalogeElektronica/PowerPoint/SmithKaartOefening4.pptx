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Kaart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Oefening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Jan Genoe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Gebruik je Smith kaart om een antenne van 150 Ohm aan te passen aan een coax van 50 Ohm voor een frequentie van 600 MHz (</a:t>
            </a:r>
            <a:r>
              <a:t>λ</a:t>
            </a:r>
            <a:r>
              <a:t>= 25 cm; </a:t>
            </a:r>
            <a:r>
              <a:t>ε</a:t>
            </a:r>
            <a:r>
              <a:rPr sz="1800" baseline="-25000"/>
              <a:t>r</a:t>
            </a:r>
            <a:r>
              <a:t>=4)? Welke verschillende oplossingen zijn er mogelijk?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Opgave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Smith kaart van de eerste oplossing: C in serie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impedantie (Ohm)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297  Z= 47.11+55.97j Ohm     lengte=10.31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298  Z= 48.04+56.56j Ohm     lengte=10.35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299  Z= 49.01+57.15j Ohm     lengte=10.38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300  Z= 50.00+57.74j Ohm     lengte=10.42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301  Z= 51.02+58.31j Ohm     lengte=10.45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302  Z= 52.08+58.89j Ohm     lengte=10.49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detail van het verloop van de impedantie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Circuit van de eerste oplossing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37750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Smith kaart van de tweede oplossing: L in serie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impedantie (Ohm)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57  Z= 53.16-59.45j Ohm     lengte=1.98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58  Z= 52.08-58.89j Ohm     lengte=2.01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59  Z= 51.02-58.31j Ohm     lengte=2.05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60  Z= 50.00-57.74j Ohm     lengte=2.08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61  Z= 49.01-57.15j Ohm     lengte=2.12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detail van het verloop van de impedantie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Circuit van de tweede oplossing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39201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Smith kaart van de derde oplossing: C in parallel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Smith kaart van de derde oplossing als admitantie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237    Y= 21.27-23.78j mS     lengte=8.23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238    Y= 20.83-23.55j mS     lengte=8.26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239    Y= 20.41-23.33j mS     lengte=8.30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240    Y= 20.00-23.09j mS     lengte=8.33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241    Y= 19.60-22.86j mS     lengte=8.37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242    Y= 19.22-22.62j mS     lengte=8.40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detail van het verloop van de admittantie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Circuit van de derde oplossing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5161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Smith kaart van de vierde oplossing: L in parallel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118    Y= 19.22+22.62j mS     lengte=4.10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119    Y= 19.60+22.86j mS     lengte=4.13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120    Y= 20.00+23.09j mS     lengte=4.17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121    Y= 20.41+23.33j mS     lengte=4.20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detail van het verloop van de admittantie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Circuit van de vierde oplossing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51612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Smith kaart van de vijfde oplossing: C=&gt; open lijn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238    Y= 20.83-23.55j mS     lengte=8.26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239    Y= 20.41-23.33j mS     lengte=8.30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240    Y= 20.00-23.09j mS     lengte=8.33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241    Y= 19.60-22.86j mS     lengte=8.37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detail van het verloop van de admittantie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95       Y= +21.83j mS     lengte=3.30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96       Y= +22.21j mS     lengte=3.33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97       Y= +22.61j mS     lengte=3.37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98       Y= +23.01j mS     lengte=3.40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99       Y= +23.42j mS     lengte=3.44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100       Y= +23.84j mS     lengte=3.47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detail van het verloop van de admittantie open lijn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Circuit van de vijfde oplossing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54" y="539496"/>
            <a:ext cx="11453091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000" b="1" i="0">
                <a:latin typeface="Arial"/>
              </a:rPr>
              <a:t>Smith kaart van de zesde oplossing: C =&gt; kortgesloten lijn</a:t>
            </a:r>
            <a:endParaRPr sz="30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238    Y= 20.83-23.55j mS     lengte=8.26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239    Y= 20.41-23.33j mS     lengte=8.30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240    Y= 20.00-23.09j mS     lengte=8.33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241    Y= 19.60-22.86j mS     lengte=8.37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detail van het verloop van de admittantie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275       Y= +21.83j mS     lengte=9.55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276       Y= +22.21j mS     lengte=9.58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277       Y= +22.61j mS     lengte=9.62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278       Y= +23.01j mS     lengte=9.65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279       Y= +23.42j mS     lengte=9.69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280       Y= +23.84j mS     lengte=9.72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detail van het verloop van de admittantie open lijn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Circuit van de zesde oplossing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54" y="539496"/>
            <a:ext cx="11453091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Smith kaart van de zevende oplossing: L =&gt; open lijn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118    Y= 19.22+22.62j mS     lengte=4.10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119    Y= 19.60+22.86j mS     lengte=4.13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120    Y= 20.00+23.09j mS     lengte=4.17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121    Y= 20.41+23.33j mS     lengte=4.20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detail van het verloop van de admittantie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260       Y= -23.84j mS     lengte=9.03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261       Y= -23.42j mS     lengte=9.06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262       Y= -23.01j mS     lengte=9.10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263       Y= -22.61j mS     lengte=9.13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264       Y= -22.21j mS     lengte=9.17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detail van het verloop van de admittantie open lijn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Circuit van de zevende oplossing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54" y="539496"/>
            <a:ext cx="11453091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000" b="1" i="0">
                <a:latin typeface="Arial"/>
              </a:rPr>
              <a:t>Smith kaart van de achtste oplossing: L =&gt; kortgesloten lijn</a:t>
            </a:r>
            <a:endParaRPr sz="30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118    Y= 19.22+22.62j mS     lengte=4.10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119    Y= 19.60+22.86j mS     lengte=4.13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120    Y= 20.00+23.09j mS     lengte=4.17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121    Y= 20.41+23.33j mS     lengte=4.20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detail van het verloop van de admittantie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80       Y= -23.84j mS     lengte=2.78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81       Y= -23.42j mS     lengte=2.81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82       Y= -23.01j mS     lengte=2.85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83       Y= -22.61j mS     lengte=2.88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84       Y= -22.21j mS     lengte=2.92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detail van het verloop van de admittantie open lijn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Circuit van de achtste oplossing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54" y="539496"/>
            <a:ext cx="11453091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