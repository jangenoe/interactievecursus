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Kaart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Reflecties op analoge transmissielijnen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Klassieke voorstelling van de Smith kaart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626" y="539496"/>
            <a:ext cx="576474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