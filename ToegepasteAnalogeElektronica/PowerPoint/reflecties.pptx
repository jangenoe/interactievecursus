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Reflecties op transmissielijnen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PCB met niet aangepaste impedantie</a:t>
            </a:r>
            <a:endParaRPr sz="3200" b="1" i="0">
              <a:latin typeface="Arial"/>
            </a:endParaRPr>
          </a:p>
        </p:txBody>
      </p:sp>
      <p:pic>
        <p:nvPicPr>
          <p:cNvPr id="4" name="signalintegrity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85800" y="539496"/>
            <a:ext cx="10820400" cy="5669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De amplitude van de reflectie wordt bepaald door:</a:t>
            </a:r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  <a:r>
              <a:t>Dit geldt zowel aan de ontvangerszijde als aan de stuurzijde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De grootte van de reflectie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112" y="2248742"/>
            <a:ext cx="4295775" cy="8667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Voor de gereflecteerde golf hebben we dan de vergelijkingen: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Berekening reflectie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212" y="2248742"/>
            <a:ext cx="3457575" cy="876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687" y="3399362"/>
            <a:ext cx="1952625" cy="866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687" y="4540457"/>
            <a:ext cx="1952625" cy="8667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Voor de doorgaande golf hebben we dan de vergelijkingen: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Berekening transmissie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387" y="2248742"/>
            <a:ext cx="2181225" cy="876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687" y="3399362"/>
            <a:ext cx="1952625" cy="866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Schema voorbeeld 1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45766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Schema voorbeeld 1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69" y="539496"/>
            <a:ext cx="1090246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Reflectiecoëfficiënt eind:</a:t>
            </a:r>
          </a:p>
          <a:p>
            <a:pPr/>
          </a:p>
          <a:p>
            <a:pPr lvl="1"/>
            <a:r>
              <a:t>Reflectiecoëfficiënt begin:</a:t>
            </a:r>
          </a:p>
          <a:p>
            <a:pPr/>
          </a:p>
          <a:p>
            <a:pPr lvl="1"/>
            <a:r>
              <a:t>Initiële puls:</a:t>
            </a:r>
          </a:p>
          <a:p>
            <a:pPr/>
          </a:p>
          <a:p>
            <a:pPr/>
          </a:p>
          <a:p>
            <a:pPr/>
          </a:p>
          <a:p>
            <a:pPr lvl="1"/>
            <a:r>
              <a:t>Finale waarde spanning lijn: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reflectiecoëfficiënten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612" y="419942"/>
            <a:ext cx="6200775" cy="876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362" y="1570562"/>
            <a:ext cx="6391275" cy="876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178382"/>
            <a:ext cx="9525000" cy="876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600" y="5243402"/>
            <a:ext cx="8686800" cy="8667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200" b="1" i="0">
                <a:latin typeface="Arial"/>
              </a:rPr>
              <a:t>Verloop van een 1V positieve puls op een 50 Ohm transmissielijn met een terminatieweerstand van 120 Ohm. De bronweerstand is 30 Ohm.</a:t>
            </a:r>
            <a:endParaRPr sz="2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44298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.TITLE Transmission Line Example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Rs 1 2 30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O1 2 0 3 0 LOSSYMOD TD=2n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RL 3 0 120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.model LOSSYMOD ltra r=5.14 g=0 l=615E-9 c=246e-12 len=0.0812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R =  514 Ohm/cm</a:t>
            </a:r>
          </a:p>
          <a:p>
            <a:pPr lvl="1"/>
            <a:r>
              <a:t>L =  615 nH/cm</a:t>
            </a:r>
          </a:p>
          <a:p>
            <a:pPr lvl="1"/>
            <a:r>
              <a:t>C =  246 pF/cm</a:t>
            </a:r>
          </a:p>
          <a:p>
            <a:pPr lvl="1"/>
            <a:r>
              <a:t>g =  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Gebruikte karakteristieke impedance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187" y="3163142"/>
            <a:ext cx="2943225" cy="11906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simulatie stijgtijd 0.1 ns en 120 Ohm load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608" y="539496"/>
            <a:ext cx="713878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simulatie stijgtijd 1 ns en 120 Ohm load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608" y="539496"/>
            <a:ext cx="713878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simulatie stijgtijd 6 ns en 120 Ohm load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608" y="539496"/>
            <a:ext cx="713878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Schema Transmissielijn met driver en 120 Ohm load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37825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.TITLE Transmission Line with driver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MN1 0 1 2 0  NMOS w=150u L=0.50u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MP1 4 1 2 4  PMOS w=350u L=0.50U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VDD 4 0 1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O1 2 0 3 0 LOSSYMOD TD=2n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RL 3 0 120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.model LOSSYMOD ltra r=5.14 g=0 l=615E-9 c=246e-12 len=0.0812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.MODEL NMOS NMOS(LEVEL=1 VTO=0.05 KP=90.000E-6 LAMBDA=0.001)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.MODEL PMOS PMOS(LEVEL=1 VTO=-0.05 KP=55.000E-6 LAMBDA=0.001)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Transmissielijn met driver en 120 Ohm load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simulatie stijgtijd 0.1 ns en 120 Ohm load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608" y="539496"/>
            <a:ext cx="713878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simulatie stijgtijd 1 ns en 120 Ohm load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608" y="539496"/>
            <a:ext cx="713878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simulatie stijgtijd 6 ns en 120 Ohm load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608" y="539496"/>
            <a:ext cx="713878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Schema voorbeeld 2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2" y="539496"/>
            <a:ext cx="1201693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Reflectiecoëfficiënt eind:</a:t>
            </a:r>
          </a:p>
          <a:p>
            <a:pPr/>
          </a:p>
          <a:p>
            <a:pPr lvl="1"/>
            <a:r>
              <a:t>Reflectiecoëfficiënt begin:</a:t>
            </a:r>
          </a:p>
          <a:p>
            <a:pPr/>
          </a:p>
          <a:p>
            <a:pPr lvl="1"/>
            <a:r>
              <a:t>Initiële puls:</a:t>
            </a:r>
          </a:p>
          <a:p>
            <a:pPr/>
            <a:r>
              <a:t>  </a:t>
            </a:r>
          </a:p>
          <a:p>
            <a:pPr/>
          </a:p>
          <a:p>
            <a:pPr/>
            <a:r>
              <a:t> </a:t>
            </a:r>
          </a:p>
          <a:p>
            <a:pPr lvl="1"/>
            <a:r>
              <a:t>Finale waarde spanning lijn: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reflectiecoëfficiënten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462" y="419942"/>
            <a:ext cx="6315075" cy="876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362" y="1570562"/>
            <a:ext cx="6391275" cy="876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837" y="3178382"/>
            <a:ext cx="8696325" cy="876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2162" y="5243402"/>
            <a:ext cx="8067675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3.3V positieve puls 25 Ohm terminated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442985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.TITLE Transmission Line Example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Rs 1 2 10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O1 2 0 3 0 LOSSYMOD TD=2n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RL 3 0 25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.model LOSSYMOD ltra r=5.14 g=0 l=615E-9 c=246e-12 len=0.1219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simulatie stijgtijd 0.1 ns en 25 Ohm load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180" y="539496"/>
            <a:ext cx="706363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simulatie stijgtijd 1.5 ns en 25 Ohm load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180" y="539496"/>
            <a:ext cx="706363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simulatie stijgtijd 9 ns en 25 Ohm load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180" y="539496"/>
            <a:ext cx="706363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Schema voorbeeld 2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378251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.TITLE Transmission Line with driver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MN1 0 1 2 0  NMOS w=150u L=0.50u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MP1 4 1 2 4  PMOS w=350u L=0.50U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VDD 4 0 3.3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O1 2 0 3 0 LOSSYMOD TD=2n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RL 3 0 25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.model LOSSYMOD ltra r=5.14 g=0 l=615E-9 c=246e-12 len=0.1219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.MODEL NMOS NMOS(LEVEL=1 VTO=0.50 KP=90.000E-6 LAMBDA=0.001)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.MODEL PMOS PMOS(LEVEL=1 VTO=-0.45 KP=55.000E-6 LAMBDA=0.001)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simulatie stijgtijd 0.1 ns en 25 Ohm load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180" y="539496"/>
            <a:ext cx="706363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simulatie stijgtijd 1.5 ns en 25 Ohm load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180" y="539496"/>
            <a:ext cx="706363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simulatie stijgtijd 9 ns en 25 Ohm load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180" y="539496"/>
            <a:ext cx="706363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