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4"/>
  </p:sldMasterIdLst>
  <p:notesMasterIdLst>
    <p:notesMasterId r:id="rId5"/>
  </p:notesMasterIdLst>
  <p:handoutMasterIdLst>
    <p:handoutMasterId r:id="rId6"/>
  </p:handoutMasterIdLst>
  <p:sldIdLst>
    <p:sldId id="256" r:id="rId13"/>
    <p:sldId id="257" r:id="rId14"/>
    <p:sldId id="258" r:id="rId15"/>
    <p:sldId id="259" r:id="rId16"/>
    <p:sldId id="260" r:id="rId17"/>
    <p:sldId id="261" r:id="rId18"/>
    <p:sldId id="262" r:id="rId19"/>
    <p:sldId id="263" r:id="rId20"/>
    <p:sldId id="264" r:id="rId21"/>
    <p:sldId id="265" r:id="rId22"/>
    <p:sldId id="266" r:id="rId23"/>
    <p:sldId id="267" r:id="rId24"/>
    <p:sldId id="268" r:id="rId25"/>
    <p:sldId id="269" r:id="rId26"/>
    <p:sldId id="270" r:id="rId27"/>
    <p:sldId id="271" r:id="rId28"/>
    <p:sldId id="272" r:id="rId29"/>
    <p:sldId id="273" r:id="rId30"/>
    <p:sldId id="274" r:id="rId31"/>
    <p:sldId id="275" r:id="rId32"/>
  </p:sldIdLst>
  <p:sldSz cx="12192000" cy="6858000"/>
  <p:notesSz cx="6858000" cy="9144000"/>
  <p:defaultTextStyle>
    <a:defPPr>
      <a:defRPr lang="nl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1D41"/>
    <a:srgbClr val="00407A"/>
    <a:srgbClr val="00417E"/>
    <a:srgbClr val="CCD9E5"/>
    <a:srgbClr val="1D8DB0"/>
    <a:srgbClr val="2F4D5D"/>
    <a:srgbClr val="DCE7F0"/>
    <a:srgbClr val="005E7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545133F-5F20-694B-80A0-FFA82CA13C3D}" v="6" dt="2025-01-15T14:53:06.62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276" autoAdjust="0"/>
    <p:restoredTop sz="94635"/>
  </p:normalViewPr>
  <p:slideViewPr>
    <p:cSldViewPr snapToGrid="0">
      <p:cViewPr>
        <p:scale>
          <a:sx n="100" d="100"/>
          <a:sy n="100" d="100"/>
        </p:scale>
        <p:origin x="2008" y="5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handoutMaster" Target="handoutMasters/handout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Relationship Id="rId11" Type="http://schemas.microsoft.com/office/2016/11/relationships/changesInfo" Target="changesInfos/changesInfo1.xml"/><Relationship Id="rId12" Type="http://schemas.microsoft.com/office/2015/10/relationships/revisionInfo" Target="revisionInfo.xml"/><Relationship Id="rId13" Type="http://schemas.openxmlformats.org/officeDocument/2006/relationships/slide" Target="slides/slide1.xml"/><Relationship Id="rId14" Type="http://schemas.openxmlformats.org/officeDocument/2006/relationships/slide" Target="slides/slide2.xml"/><Relationship Id="rId15" Type="http://schemas.openxmlformats.org/officeDocument/2006/relationships/slide" Target="slides/slide3.xml"/><Relationship Id="rId16" Type="http://schemas.openxmlformats.org/officeDocument/2006/relationships/slide" Target="slides/slide4.xml"/><Relationship Id="rId17" Type="http://schemas.openxmlformats.org/officeDocument/2006/relationships/slide" Target="slides/slide5.xml"/><Relationship Id="rId18" Type="http://schemas.openxmlformats.org/officeDocument/2006/relationships/slide" Target="slides/slide6.xml"/><Relationship Id="rId19" Type="http://schemas.openxmlformats.org/officeDocument/2006/relationships/slide" Target="slides/slide7.xml"/><Relationship Id="rId20" Type="http://schemas.openxmlformats.org/officeDocument/2006/relationships/slide" Target="slides/slide8.xml"/><Relationship Id="rId21" Type="http://schemas.openxmlformats.org/officeDocument/2006/relationships/slide" Target="slides/slide9.xml"/><Relationship Id="rId22" Type="http://schemas.openxmlformats.org/officeDocument/2006/relationships/slide" Target="slides/slide10.xml"/><Relationship Id="rId23" Type="http://schemas.openxmlformats.org/officeDocument/2006/relationships/slide" Target="slides/slide11.xml"/><Relationship Id="rId24" Type="http://schemas.openxmlformats.org/officeDocument/2006/relationships/slide" Target="slides/slide12.xml"/><Relationship Id="rId25" Type="http://schemas.openxmlformats.org/officeDocument/2006/relationships/slide" Target="slides/slide13.xml"/><Relationship Id="rId26" Type="http://schemas.openxmlformats.org/officeDocument/2006/relationships/slide" Target="slides/slide14.xml"/><Relationship Id="rId27" Type="http://schemas.openxmlformats.org/officeDocument/2006/relationships/slide" Target="slides/slide15.xml"/><Relationship Id="rId28" Type="http://schemas.openxmlformats.org/officeDocument/2006/relationships/slide" Target="slides/slide16.xml"/><Relationship Id="rId29" Type="http://schemas.openxmlformats.org/officeDocument/2006/relationships/slide" Target="slides/slide17.xml"/><Relationship Id="rId30" Type="http://schemas.openxmlformats.org/officeDocument/2006/relationships/slide" Target="slides/slide18.xml"/><Relationship Id="rId31" Type="http://schemas.openxmlformats.org/officeDocument/2006/relationships/slide" Target="slides/slide19.xml"/><Relationship Id="rId32" Type="http://schemas.openxmlformats.org/officeDocument/2006/relationships/slide" Target="slides/slide20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Karel Titeca" userId="e309ecbf-1eb1-4781-a08b-88c329732184" providerId="ADAL" clId="{E21B21D8-D0A4-3F40-8E97-8C10D55D8AD9}"/>
    <pc:docChg chg="undo custSel addSld delSld modSld modMainMaster">
      <pc:chgData name="Karel Titeca" userId="e309ecbf-1eb1-4781-a08b-88c329732184" providerId="ADAL" clId="{E21B21D8-D0A4-3F40-8E97-8C10D55D8AD9}" dt="2025-01-10T09:12:25.370" v="82" actId="2696"/>
      <pc:docMkLst>
        <pc:docMk/>
      </pc:docMkLst>
      <pc:sldChg chg="del">
        <pc:chgData name="Karel Titeca" userId="e309ecbf-1eb1-4781-a08b-88c329732184" providerId="ADAL" clId="{E21B21D8-D0A4-3F40-8E97-8C10D55D8AD9}" dt="2025-01-09T13:35:50.278" v="48" actId="2696"/>
        <pc:sldMkLst>
          <pc:docMk/>
          <pc:sldMk cId="1271260813" sldId="267"/>
        </pc:sldMkLst>
      </pc:sldChg>
      <pc:sldChg chg="del setBg">
        <pc:chgData name="Karel Titeca" userId="e309ecbf-1eb1-4781-a08b-88c329732184" providerId="ADAL" clId="{E21B21D8-D0A4-3F40-8E97-8C10D55D8AD9}" dt="2025-01-09T13:35:50.278" v="48" actId="2696"/>
        <pc:sldMkLst>
          <pc:docMk/>
          <pc:sldMk cId="508426678" sldId="271"/>
        </pc:sldMkLst>
      </pc:sldChg>
      <pc:sldChg chg="addSp delSp modSp mod chgLayout">
        <pc:chgData name="Karel Titeca" userId="e309ecbf-1eb1-4781-a08b-88c329732184" providerId="ADAL" clId="{E21B21D8-D0A4-3F40-8E97-8C10D55D8AD9}" dt="2025-01-10T09:08:36.639" v="78" actId="931"/>
        <pc:sldMkLst>
          <pc:docMk/>
          <pc:sldMk cId="1969548842" sldId="272"/>
        </pc:sldMkLst>
        <pc:spChg chg="add mod ord">
          <ac:chgData name="Karel Titeca" userId="e309ecbf-1eb1-4781-a08b-88c329732184" providerId="ADAL" clId="{E21B21D8-D0A4-3F40-8E97-8C10D55D8AD9}" dt="2025-01-09T13:41:41.789" v="74" actId="700"/>
          <ac:spMkLst>
            <pc:docMk/>
            <pc:sldMk cId="1969548842" sldId="272"/>
            <ac:spMk id="21" creationId="{DF82E9FA-B200-B169-064F-EF43B636FD1A}"/>
          </ac:spMkLst>
        </pc:spChg>
        <pc:picChg chg="add mod">
          <ac:chgData name="Karel Titeca" userId="e309ecbf-1eb1-4781-a08b-88c329732184" providerId="ADAL" clId="{E21B21D8-D0A4-3F40-8E97-8C10D55D8AD9}" dt="2025-01-10T09:08:36.639" v="78" actId="931"/>
          <ac:picMkLst>
            <pc:docMk/>
            <pc:sldMk cId="1969548842" sldId="272"/>
            <ac:picMk id="5" creationId="{8A6B8130-7EF4-8DFD-935B-5EAA169EE541}"/>
          </ac:picMkLst>
        </pc:picChg>
      </pc:sldChg>
      <pc:sldChg chg="del setBg">
        <pc:chgData name="Karel Titeca" userId="e309ecbf-1eb1-4781-a08b-88c329732184" providerId="ADAL" clId="{E21B21D8-D0A4-3F40-8E97-8C10D55D8AD9}" dt="2025-01-09T13:35:50.278" v="48" actId="2696"/>
        <pc:sldMkLst>
          <pc:docMk/>
          <pc:sldMk cId="615588416" sldId="273"/>
        </pc:sldMkLst>
      </pc:sldChg>
      <pc:sldChg chg="new del">
        <pc:chgData name="Karel Titeca" userId="e309ecbf-1eb1-4781-a08b-88c329732184" providerId="ADAL" clId="{E21B21D8-D0A4-3F40-8E97-8C10D55D8AD9}" dt="2025-01-10T09:12:25.370" v="82" actId="2696"/>
        <pc:sldMkLst>
          <pc:docMk/>
          <pc:sldMk cId="3841677715" sldId="273"/>
        </pc:sldMkLst>
      </pc:sldChg>
      <pc:sldChg chg="new del">
        <pc:chgData name="Karel Titeca" userId="e309ecbf-1eb1-4781-a08b-88c329732184" providerId="ADAL" clId="{E21B21D8-D0A4-3F40-8E97-8C10D55D8AD9}" dt="2025-01-10T09:12:22.787" v="81" actId="2696"/>
        <pc:sldMkLst>
          <pc:docMk/>
          <pc:sldMk cId="682381677" sldId="274"/>
        </pc:sldMkLst>
      </pc:sldChg>
      <pc:sldChg chg="del">
        <pc:chgData name="Karel Titeca" userId="e309ecbf-1eb1-4781-a08b-88c329732184" providerId="ADAL" clId="{E21B21D8-D0A4-3F40-8E97-8C10D55D8AD9}" dt="2025-01-09T13:35:50.278" v="48" actId="2696"/>
        <pc:sldMkLst>
          <pc:docMk/>
          <pc:sldMk cId="4262873472" sldId="274"/>
        </pc:sldMkLst>
      </pc:sldChg>
      <pc:sldChg chg="del">
        <pc:chgData name="Karel Titeca" userId="e309ecbf-1eb1-4781-a08b-88c329732184" providerId="ADAL" clId="{E21B21D8-D0A4-3F40-8E97-8C10D55D8AD9}" dt="2025-01-09T13:35:50.278" v="48" actId="2696"/>
        <pc:sldMkLst>
          <pc:docMk/>
          <pc:sldMk cId="1688863856" sldId="275"/>
        </pc:sldMkLst>
      </pc:sldChg>
      <pc:sldChg chg="del">
        <pc:chgData name="Karel Titeca" userId="e309ecbf-1eb1-4781-a08b-88c329732184" providerId="ADAL" clId="{E21B21D8-D0A4-3F40-8E97-8C10D55D8AD9}" dt="2025-01-09T13:35:50.278" v="48" actId="2696"/>
        <pc:sldMkLst>
          <pc:docMk/>
          <pc:sldMk cId="1642340622" sldId="276"/>
        </pc:sldMkLst>
      </pc:sldChg>
      <pc:sldMasterChg chg="modSldLayout">
        <pc:chgData name="Karel Titeca" userId="e309ecbf-1eb1-4781-a08b-88c329732184" providerId="ADAL" clId="{E21B21D8-D0A4-3F40-8E97-8C10D55D8AD9}" dt="2025-01-09T13:36:45.927" v="56"/>
        <pc:sldMasterMkLst>
          <pc:docMk/>
          <pc:sldMasterMk cId="463755981" sldId="2147483648"/>
        </pc:sldMasterMkLst>
        <pc:sldLayoutChg chg="addSp delSp modSp mod setBg">
          <pc:chgData name="Karel Titeca" userId="e309ecbf-1eb1-4781-a08b-88c329732184" providerId="ADAL" clId="{E21B21D8-D0A4-3F40-8E97-8C10D55D8AD9}" dt="2025-01-09T13:36:45.927" v="56"/>
          <pc:sldLayoutMkLst>
            <pc:docMk/>
            <pc:sldMasterMk cId="463755981" sldId="2147483648"/>
            <pc:sldLayoutMk cId="2102180824" sldId="2147483650"/>
          </pc:sldLayoutMkLst>
        </pc:sldLayoutChg>
        <pc:sldLayoutChg chg="addSp delSp modSp mod setBg">
          <pc:chgData name="Karel Titeca" userId="e309ecbf-1eb1-4781-a08b-88c329732184" providerId="ADAL" clId="{E21B21D8-D0A4-3F40-8E97-8C10D55D8AD9}" dt="2025-01-09T13:36:39.816" v="53"/>
          <pc:sldLayoutMkLst>
            <pc:docMk/>
            <pc:sldMasterMk cId="463755981" sldId="2147483648"/>
            <pc:sldLayoutMk cId="955606081" sldId="2147483666"/>
          </pc:sldLayoutMkLst>
        </pc:sldLayoutChg>
      </pc:sldMasterChg>
    </pc:docChg>
  </pc:docChgLst>
  <pc:docChgLst>
    <pc:chgData name="Machteld Van den Neste" userId="8615916f-9347-4b42-93ba-e5bd1dd13089" providerId="ADAL" clId="{61B0EDAE-C254-4FB6-99BB-9B6D44090C99}"/>
    <pc:docChg chg="undo custSel addSld delSld modSld modMainMaster">
      <pc:chgData name="Machteld Van den Neste" userId="8615916f-9347-4b42-93ba-e5bd1dd13089" providerId="ADAL" clId="{61B0EDAE-C254-4FB6-99BB-9B6D44090C99}" dt="2025-01-02T09:47:30.990" v="249" actId="478"/>
      <pc:docMkLst>
        <pc:docMk/>
      </pc:docMkLst>
      <pc:sldChg chg="modSp del">
        <pc:chgData name="Machteld Van den Neste" userId="8615916f-9347-4b42-93ba-e5bd1dd13089" providerId="ADAL" clId="{61B0EDAE-C254-4FB6-99BB-9B6D44090C99}" dt="2025-01-02T08:50:25.549" v="47" actId="47"/>
        <pc:sldMkLst>
          <pc:docMk/>
          <pc:sldMk cId="377603362" sldId="256"/>
        </pc:sldMkLst>
      </pc:sldChg>
      <pc:sldChg chg="del">
        <pc:chgData name="Machteld Van den Neste" userId="8615916f-9347-4b42-93ba-e5bd1dd13089" providerId="ADAL" clId="{61B0EDAE-C254-4FB6-99BB-9B6D44090C99}" dt="2025-01-02T08:57:21.143" v="72" actId="47"/>
        <pc:sldMkLst>
          <pc:docMk/>
          <pc:sldMk cId="375218072" sldId="258"/>
        </pc:sldMkLst>
      </pc:sldChg>
      <pc:sldChg chg="del">
        <pc:chgData name="Machteld Van den Neste" userId="8615916f-9347-4b42-93ba-e5bd1dd13089" providerId="ADAL" clId="{61B0EDAE-C254-4FB6-99BB-9B6D44090C99}" dt="2025-01-02T09:06:42.738" v="121" actId="47"/>
        <pc:sldMkLst>
          <pc:docMk/>
          <pc:sldMk cId="532101724" sldId="268"/>
        </pc:sldMkLst>
      </pc:sldChg>
      <pc:sldChg chg="del">
        <pc:chgData name="Machteld Van den Neste" userId="8615916f-9347-4b42-93ba-e5bd1dd13089" providerId="ADAL" clId="{61B0EDAE-C254-4FB6-99BB-9B6D44090C99}" dt="2025-01-02T09:04:56.634" v="115" actId="47"/>
        <pc:sldMkLst>
          <pc:docMk/>
          <pc:sldMk cId="2409383368" sldId="269"/>
        </pc:sldMkLst>
      </pc:sldChg>
      <pc:sldChg chg="delSp modSp del mod">
        <pc:chgData name="Machteld Van den Neste" userId="8615916f-9347-4b42-93ba-e5bd1dd13089" providerId="ADAL" clId="{61B0EDAE-C254-4FB6-99BB-9B6D44090C99}" dt="2025-01-02T09:11:32.260" v="143" actId="47"/>
        <pc:sldMkLst>
          <pc:docMk/>
          <pc:sldMk cId="1603027037" sldId="270"/>
        </pc:sldMkLst>
      </pc:sldChg>
      <pc:sldChg chg="addSp delSp modSp new del mod">
        <pc:chgData name="Machteld Van den Neste" userId="8615916f-9347-4b42-93ba-e5bd1dd13089" providerId="ADAL" clId="{61B0EDAE-C254-4FB6-99BB-9B6D44090C99}" dt="2025-01-02T08:57:19.268" v="71" actId="47"/>
        <pc:sldMkLst>
          <pc:docMk/>
          <pc:sldMk cId="1107228455" sldId="272"/>
        </pc:sldMkLst>
      </pc:sldChg>
      <pc:sldChg chg="addSp delSp modSp new del mod setBg">
        <pc:chgData name="Machteld Van den Neste" userId="8615916f-9347-4b42-93ba-e5bd1dd13089" providerId="ADAL" clId="{61B0EDAE-C254-4FB6-99BB-9B6D44090C99}" dt="2025-01-02T08:48:49.262" v="39" actId="47"/>
        <pc:sldMkLst>
          <pc:docMk/>
          <pc:sldMk cId="1433282686" sldId="272"/>
        </pc:sldMkLst>
      </pc:sldChg>
      <pc:sldChg chg="addSp delSp modSp new mod">
        <pc:chgData name="Machteld Van den Neste" userId="8615916f-9347-4b42-93ba-e5bd1dd13089" providerId="ADAL" clId="{61B0EDAE-C254-4FB6-99BB-9B6D44090C99}" dt="2025-01-02T09:47:27.477" v="248" actId="478"/>
        <pc:sldMkLst>
          <pc:docMk/>
          <pc:sldMk cId="1969548842" sldId="272"/>
        </pc:sldMkLst>
      </pc:sldChg>
      <pc:sldChg chg="new">
        <pc:chgData name="Machteld Van den Neste" userId="8615916f-9347-4b42-93ba-e5bd1dd13089" providerId="ADAL" clId="{61B0EDAE-C254-4FB6-99BB-9B6D44090C99}" dt="2025-01-02T08:57:34.417" v="74" actId="680"/>
        <pc:sldMkLst>
          <pc:docMk/>
          <pc:sldMk cId="615588416" sldId="273"/>
        </pc:sldMkLst>
      </pc:sldChg>
      <pc:sldChg chg="new">
        <pc:chgData name="Machteld Van den Neste" userId="8615916f-9347-4b42-93ba-e5bd1dd13089" providerId="ADAL" clId="{61B0EDAE-C254-4FB6-99BB-9B6D44090C99}" dt="2025-01-02T09:05:02.753" v="116" actId="680"/>
        <pc:sldMkLst>
          <pc:docMk/>
          <pc:sldMk cId="4262873472" sldId="274"/>
        </pc:sldMkLst>
      </pc:sldChg>
      <pc:sldChg chg="new">
        <pc:chgData name="Machteld Van den Neste" userId="8615916f-9347-4b42-93ba-e5bd1dd13089" providerId="ADAL" clId="{61B0EDAE-C254-4FB6-99BB-9B6D44090C99}" dt="2025-01-02T09:06:48.676" v="122" actId="680"/>
        <pc:sldMkLst>
          <pc:docMk/>
          <pc:sldMk cId="1688863856" sldId="275"/>
        </pc:sldMkLst>
      </pc:sldChg>
      <pc:sldChg chg="addSp delSp modSp new del mod setBg">
        <pc:chgData name="Machteld Van den Neste" userId="8615916f-9347-4b42-93ba-e5bd1dd13089" providerId="ADAL" clId="{61B0EDAE-C254-4FB6-99BB-9B6D44090C99}" dt="2025-01-02T09:36:18.497" v="222" actId="47"/>
        <pc:sldMkLst>
          <pc:docMk/>
          <pc:sldMk cId="284695013" sldId="276"/>
        </pc:sldMkLst>
      </pc:sldChg>
      <pc:sldChg chg="addSp delSp modSp new mod">
        <pc:chgData name="Machteld Van den Neste" userId="8615916f-9347-4b42-93ba-e5bd1dd13089" providerId="ADAL" clId="{61B0EDAE-C254-4FB6-99BB-9B6D44090C99}" dt="2025-01-02T09:47:30.990" v="249" actId="478"/>
        <pc:sldMkLst>
          <pc:docMk/>
          <pc:sldMk cId="1642340622" sldId="276"/>
        </pc:sldMkLst>
      </pc:sldChg>
      <pc:sldChg chg="new del">
        <pc:chgData name="Machteld Van den Neste" userId="8615916f-9347-4b42-93ba-e5bd1dd13089" providerId="ADAL" clId="{61B0EDAE-C254-4FB6-99BB-9B6D44090C99}" dt="2025-01-02T09:43:12.032" v="240" actId="47"/>
        <pc:sldMkLst>
          <pc:docMk/>
          <pc:sldMk cId="3324634744" sldId="276"/>
        </pc:sldMkLst>
      </pc:sldChg>
      <pc:sldMasterChg chg="mod addSldLayout modSldLayout">
        <pc:chgData name="Machteld Van den Neste" userId="8615916f-9347-4b42-93ba-e5bd1dd13089" providerId="ADAL" clId="{61B0EDAE-C254-4FB6-99BB-9B6D44090C99}" dt="2025-01-02T09:41:54.269" v="239" actId="14100"/>
        <pc:sldMasterMkLst>
          <pc:docMk/>
          <pc:sldMasterMk cId="463755981" sldId="2147483648"/>
        </pc:sldMasterMkLst>
        <pc:sldLayoutChg chg="addSp delSp modSp mod setBg">
          <pc:chgData name="Machteld Van den Neste" userId="8615916f-9347-4b42-93ba-e5bd1dd13089" providerId="ADAL" clId="{61B0EDAE-C254-4FB6-99BB-9B6D44090C99}" dt="2025-01-02T08:55:35.661" v="55" actId="478"/>
          <pc:sldLayoutMkLst>
            <pc:docMk/>
            <pc:sldMasterMk cId="463755981" sldId="2147483648"/>
            <pc:sldLayoutMk cId="1128617704" sldId="2147483649"/>
          </pc:sldLayoutMkLst>
          <pc:spChg chg="mod">
            <ac:chgData name="Machteld Van den Neste" userId="8615916f-9347-4b42-93ba-e5bd1dd13089" providerId="ADAL" clId="{61B0EDAE-C254-4FB6-99BB-9B6D44090C99}" dt="2025-01-02T08:48:08.631" v="32" actId="1076"/>
            <ac:spMkLst>
              <pc:docMk/>
              <pc:sldMasterMk cId="463755981" sldId="2147483648"/>
              <pc:sldLayoutMk cId="1128617704" sldId="2147483649"/>
              <ac:spMk id="6" creationId="{F0056D20-55F3-317C-6661-10BE3B5BC581}"/>
            </ac:spMkLst>
          </pc:spChg>
        </pc:sldLayoutChg>
        <pc:sldLayoutChg chg="addSp delSp modSp mod setBg">
          <pc:chgData name="Machteld Van den Neste" userId="8615916f-9347-4b42-93ba-e5bd1dd13089" providerId="ADAL" clId="{61B0EDAE-C254-4FB6-99BB-9B6D44090C99}" dt="2025-01-02T08:56:33.236" v="70"/>
          <pc:sldLayoutMkLst>
            <pc:docMk/>
            <pc:sldMasterMk cId="463755981" sldId="2147483648"/>
            <pc:sldLayoutMk cId="2102180824" sldId="2147483650"/>
          </pc:sldLayoutMkLst>
        </pc:sldLayoutChg>
        <pc:sldLayoutChg chg="addSp delSp modSp mod">
          <pc:chgData name="Machteld Van den Neste" userId="8615916f-9347-4b42-93ba-e5bd1dd13089" providerId="ADAL" clId="{61B0EDAE-C254-4FB6-99BB-9B6D44090C99}" dt="2025-01-02T09:41:54.269" v="239" actId="14100"/>
          <pc:sldLayoutMkLst>
            <pc:docMk/>
            <pc:sldMasterMk cId="463755981" sldId="2147483648"/>
            <pc:sldLayoutMk cId="0" sldId="2147483661"/>
          </pc:sldLayoutMkLst>
          <pc:spChg chg="add mod ord">
            <ac:chgData name="Machteld Van den Neste" userId="8615916f-9347-4b42-93ba-e5bd1dd13089" providerId="ADAL" clId="{61B0EDAE-C254-4FB6-99BB-9B6D44090C99}" dt="2025-01-02T09:41:54.269" v="239" actId="14100"/>
            <ac:spMkLst>
              <pc:docMk/>
              <pc:sldMasterMk cId="463755981" sldId="2147483648"/>
              <pc:sldLayoutMk cId="0" sldId="2147483661"/>
              <ac:spMk id="3" creationId="{13391891-52D5-B43E-96A4-81AFBB31486B}"/>
            </ac:spMkLst>
          </pc:spChg>
          <pc:spChg chg="add mod">
            <ac:chgData name="Machteld Van den Neste" userId="8615916f-9347-4b42-93ba-e5bd1dd13089" providerId="ADAL" clId="{61B0EDAE-C254-4FB6-99BB-9B6D44090C99}" dt="2025-01-02T09:41:47.227" v="238" actId="3064"/>
            <ac:spMkLst>
              <pc:docMk/>
              <pc:sldMasterMk cId="463755981" sldId="2147483648"/>
              <pc:sldLayoutMk cId="0" sldId="2147483661"/>
              <ac:spMk id="4" creationId="{2E78632D-E6A2-312C-C612-BDDFA57CA267}"/>
            </ac:spMkLst>
          </pc:spChg>
        </pc:sldLayoutChg>
        <pc:sldLayoutChg chg="addSp delSp modSp mod">
          <pc:chgData name="Machteld Van den Neste" userId="8615916f-9347-4b42-93ba-e5bd1dd13089" providerId="ADAL" clId="{61B0EDAE-C254-4FB6-99BB-9B6D44090C99}" dt="2025-01-02T09:05:51.617" v="120"/>
          <pc:sldLayoutMkLst>
            <pc:docMk/>
            <pc:sldMasterMk cId="463755981" sldId="2147483648"/>
            <pc:sldLayoutMk cId="2729922542" sldId="2147483664"/>
          </pc:sldLayoutMkLst>
          <pc:spChg chg="add mod">
            <ac:chgData name="Machteld Van den Neste" userId="8615916f-9347-4b42-93ba-e5bd1dd13089" providerId="ADAL" clId="{61B0EDAE-C254-4FB6-99BB-9B6D44090C99}" dt="2025-01-02T09:05:51.617" v="120"/>
            <ac:spMkLst>
              <pc:docMk/>
              <pc:sldMasterMk cId="463755981" sldId="2147483648"/>
              <pc:sldLayoutMk cId="2729922542" sldId="2147483664"/>
              <ac:spMk id="2" creationId="{B8E699FC-673C-4C85-B4D7-5D55E303F407}"/>
            </ac:spMkLst>
          </pc:spChg>
        </pc:sldLayoutChg>
        <pc:sldLayoutChg chg="addSp delSp modSp mod">
          <pc:chgData name="Machteld Van den Neste" userId="8615916f-9347-4b42-93ba-e5bd1dd13089" providerId="ADAL" clId="{61B0EDAE-C254-4FB6-99BB-9B6D44090C99}" dt="2025-01-02T09:03:37.801" v="114" actId="113"/>
          <pc:sldLayoutMkLst>
            <pc:docMk/>
            <pc:sldMasterMk cId="463755981" sldId="2147483648"/>
            <pc:sldLayoutMk cId="961122991" sldId="2147483665"/>
          </pc:sldLayoutMkLst>
          <pc:spChg chg="add mod">
            <ac:chgData name="Machteld Van den Neste" userId="8615916f-9347-4b42-93ba-e5bd1dd13089" providerId="ADAL" clId="{61B0EDAE-C254-4FB6-99BB-9B6D44090C99}" dt="2025-01-02T09:03:37.801" v="114" actId="113"/>
            <ac:spMkLst>
              <pc:docMk/>
              <pc:sldMasterMk cId="463755981" sldId="2147483648"/>
              <pc:sldLayoutMk cId="961122991" sldId="2147483665"/>
              <ac:spMk id="7" creationId="{3BE6B130-1D11-E9C7-FB3D-DE28358B931F}"/>
            </ac:spMkLst>
          </pc:spChg>
        </pc:sldLayoutChg>
        <pc:sldLayoutChg chg="delSp modSp mod setBg">
          <pc:chgData name="Machteld Van den Neste" userId="8615916f-9347-4b42-93ba-e5bd1dd13089" providerId="ADAL" clId="{61B0EDAE-C254-4FB6-99BB-9B6D44090C99}" dt="2025-01-02T09:26:15.945" v="150"/>
          <pc:sldLayoutMkLst>
            <pc:docMk/>
            <pc:sldMasterMk cId="463755981" sldId="2147483648"/>
            <pc:sldLayoutMk cId="955606081" sldId="2147483666"/>
          </pc:sldLayoutMkLst>
        </pc:sldLayoutChg>
        <pc:sldLayoutChg chg="addSp delSp modSp mod">
          <pc:chgData name="Machteld Van den Neste" userId="8615916f-9347-4b42-93ba-e5bd1dd13089" providerId="ADAL" clId="{61B0EDAE-C254-4FB6-99BB-9B6D44090C99}" dt="2025-01-02T09:05:46.697" v="118"/>
          <pc:sldLayoutMkLst>
            <pc:docMk/>
            <pc:sldMasterMk cId="463755981" sldId="2147483648"/>
            <pc:sldLayoutMk cId="4239957473" sldId="2147483667"/>
          </pc:sldLayoutMkLst>
          <pc:spChg chg="add mod">
            <ac:chgData name="Machteld Van den Neste" userId="8615916f-9347-4b42-93ba-e5bd1dd13089" providerId="ADAL" clId="{61B0EDAE-C254-4FB6-99BB-9B6D44090C99}" dt="2025-01-02T09:05:46.697" v="118"/>
            <ac:spMkLst>
              <pc:docMk/>
              <pc:sldMasterMk cId="463755981" sldId="2147483648"/>
              <pc:sldLayoutMk cId="4239957473" sldId="2147483667"/>
              <ac:spMk id="3" creationId="{E9A25335-0D2B-ED58-6AAF-0CA4D0AF90E5}"/>
            </ac:spMkLst>
          </pc:spChg>
        </pc:sldLayoutChg>
        <pc:sldLayoutChg chg="delSp add mod modTransition">
          <pc:chgData name="Machteld Van den Neste" userId="8615916f-9347-4b42-93ba-e5bd1dd13089" providerId="ADAL" clId="{61B0EDAE-C254-4FB6-99BB-9B6D44090C99}" dt="2025-01-02T09:20:57.480" v="145" actId="478"/>
          <pc:sldLayoutMkLst>
            <pc:docMk/>
            <pc:sldMasterMk cId="463755981" sldId="2147483648"/>
            <pc:sldLayoutMk cId="2998040396" sldId="2147483668"/>
          </pc:sldLayoutMkLst>
        </pc:sldLayoutChg>
      </pc:sldMasterChg>
    </pc:docChg>
  </pc:docChgLst>
  <pc:docChgLst>
    <pc:chgData name="Karel Titeca" userId="e309ecbf-1eb1-4781-a08b-88c329732184" providerId="ADAL" clId="{2545133F-5F20-694B-80A0-FFA82CA13C3D}"/>
    <pc:docChg chg="custSel addSld delSld modSld modMainMaster">
      <pc:chgData name="Karel Titeca" userId="e309ecbf-1eb1-4781-a08b-88c329732184" providerId="ADAL" clId="{2545133F-5F20-694B-80A0-FFA82CA13C3D}" dt="2025-01-15T15:53:09.649" v="231" actId="680"/>
      <pc:docMkLst>
        <pc:docMk/>
      </pc:docMkLst>
      <pc:sldChg chg="addSp delSp modSp new del mod">
        <pc:chgData name="Karel Titeca" userId="e309ecbf-1eb1-4781-a08b-88c329732184" providerId="ADAL" clId="{2545133F-5F20-694B-80A0-FFA82CA13C3D}" dt="2025-01-10T09:58:15.698" v="143" actId="2696"/>
        <pc:sldMkLst>
          <pc:docMk/>
          <pc:sldMk cId="576512829" sldId="273"/>
        </pc:sldMkLst>
      </pc:sldChg>
      <pc:sldChg chg="modSp new del mod">
        <pc:chgData name="Karel Titeca" userId="e309ecbf-1eb1-4781-a08b-88c329732184" providerId="ADAL" clId="{2545133F-5F20-694B-80A0-FFA82CA13C3D}" dt="2025-01-15T14:55:01.571" v="230" actId="2696"/>
        <pc:sldMkLst>
          <pc:docMk/>
          <pc:sldMk cId="715517778" sldId="273"/>
        </pc:sldMkLst>
        <pc:spChg chg="mod">
          <ac:chgData name="Karel Titeca" userId="e309ecbf-1eb1-4781-a08b-88c329732184" providerId="ADAL" clId="{2545133F-5F20-694B-80A0-FFA82CA13C3D}" dt="2025-01-15T14:54:56.289" v="229" actId="20577"/>
          <ac:spMkLst>
            <pc:docMk/>
            <pc:sldMk cId="715517778" sldId="273"/>
            <ac:spMk id="2" creationId="{0818634F-AACF-670E-FF81-581FA6B45895}"/>
          </ac:spMkLst>
        </pc:spChg>
      </pc:sldChg>
      <pc:sldChg chg="modSp new del mod">
        <pc:chgData name="Karel Titeca" userId="e309ecbf-1eb1-4781-a08b-88c329732184" providerId="ADAL" clId="{2545133F-5F20-694B-80A0-FFA82CA13C3D}" dt="2025-01-15T14:53:36.299" v="187" actId="2696"/>
        <pc:sldMkLst>
          <pc:docMk/>
          <pc:sldMk cId="1871108053" sldId="273"/>
        </pc:sldMkLst>
        <pc:spChg chg="mod">
          <ac:chgData name="Karel Titeca" userId="e309ecbf-1eb1-4781-a08b-88c329732184" providerId="ADAL" clId="{2545133F-5F20-694B-80A0-FFA82CA13C3D}" dt="2025-01-15T14:53:32.653" v="186" actId="20577"/>
          <ac:spMkLst>
            <pc:docMk/>
            <pc:sldMk cId="1871108053" sldId="273"/>
            <ac:spMk id="2" creationId="{15AF4A44-095D-FD92-DC81-15796461E1B6}"/>
          </ac:spMkLst>
        </pc:spChg>
      </pc:sldChg>
      <pc:sldChg chg="new">
        <pc:chgData name="Karel Titeca" userId="e309ecbf-1eb1-4781-a08b-88c329732184" providerId="ADAL" clId="{2545133F-5F20-694B-80A0-FFA82CA13C3D}" dt="2025-01-15T15:53:09.649" v="231" actId="680"/>
        <pc:sldMkLst>
          <pc:docMk/>
          <pc:sldMk cId="2042924251" sldId="273"/>
        </pc:sldMkLst>
      </pc:sldChg>
      <pc:sldChg chg="new del">
        <pc:chgData name="Karel Titeca" userId="e309ecbf-1eb1-4781-a08b-88c329732184" providerId="ADAL" clId="{2545133F-5F20-694B-80A0-FFA82CA13C3D}" dt="2025-01-10T09:56:07.129" v="3" actId="2696"/>
        <pc:sldMkLst>
          <pc:docMk/>
          <pc:sldMk cId="2449635822" sldId="273"/>
        </pc:sldMkLst>
      </pc:sldChg>
      <pc:sldChg chg="addSp delSp modSp new del">
        <pc:chgData name="Karel Titeca" userId="e309ecbf-1eb1-4781-a08b-88c329732184" providerId="ADAL" clId="{2545133F-5F20-694B-80A0-FFA82CA13C3D}" dt="2025-01-10T09:57:22.619" v="138" actId="2696"/>
        <pc:sldMkLst>
          <pc:docMk/>
          <pc:sldMk cId="2997442449" sldId="273"/>
        </pc:sldMkLst>
      </pc:sldChg>
      <pc:sldChg chg="new del">
        <pc:chgData name="Karel Titeca" userId="e309ecbf-1eb1-4781-a08b-88c329732184" providerId="ADAL" clId="{2545133F-5F20-694B-80A0-FFA82CA13C3D}" dt="2025-01-10T09:56:23.802" v="12" actId="2696"/>
        <pc:sldMkLst>
          <pc:docMk/>
          <pc:sldMk cId="3858289603" sldId="273"/>
        </pc:sldMkLst>
      </pc:sldChg>
      <pc:sldMasterChg chg="addSldLayout modSldLayout">
        <pc:chgData name="Karel Titeca" userId="e309ecbf-1eb1-4781-a08b-88c329732184" providerId="ADAL" clId="{2545133F-5F20-694B-80A0-FFA82CA13C3D}" dt="2025-01-15T14:53:06.620" v="145" actId="12"/>
        <pc:sldMasterMkLst>
          <pc:docMk/>
          <pc:sldMasterMk cId="463755981" sldId="2147483648"/>
        </pc:sldMasterMkLst>
        <pc:sldLayoutChg chg="modSp mod">
          <pc:chgData name="Karel Titeca" userId="e309ecbf-1eb1-4781-a08b-88c329732184" providerId="ADAL" clId="{2545133F-5F20-694B-80A0-FFA82CA13C3D}" dt="2025-01-10T09:57:37.239" v="139" actId="207"/>
          <pc:sldLayoutMkLst>
            <pc:docMk/>
            <pc:sldMasterMk cId="463755981" sldId="2147483648"/>
            <pc:sldLayoutMk cId="1128617704" sldId="2147483649"/>
          </pc:sldLayoutMkLst>
          <pc:spChg chg="mod">
            <ac:chgData name="Karel Titeca" userId="e309ecbf-1eb1-4781-a08b-88c329732184" providerId="ADAL" clId="{2545133F-5F20-694B-80A0-FFA82CA13C3D}" dt="2025-01-10T09:57:37.239" v="139" actId="207"/>
            <ac:spMkLst>
              <pc:docMk/>
              <pc:sldMasterMk cId="463755981" sldId="2147483648"/>
              <pc:sldLayoutMk cId="1128617704" sldId="2147483649"/>
              <ac:spMk id="6" creationId="{F0056D20-55F3-317C-6661-10BE3B5BC581}"/>
            </ac:spMkLst>
          </pc:spChg>
        </pc:sldLayoutChg>
        <pc:sldLayoutChg chg="modSp add mod modTransition">
          <pc:chgData name="Karel Titeca" userId="e309ecbf-1eb1-4781-a08b-88c329732184" providerId="ADAL" clId="{2545133F-5F20-694B-80A0-FFA82CA13C3D}" dt="2025-01-15T14:53:06.620" v="145" actId="12"/>
          <pc:sldLayoutMkLst>
            <pc:docMk/>
            <pc:sldMasterMk cId="463755981" sldId="2147483648"/>
            <pc:sldLayoutMk cId="2045038603" sldId="2147483669"/>
          </pc:sldLayoutMkLst>
          <pc:spChg chg="mod">
            <ac:chgData name="Karel Titeca" userId="e309ecbf-1eb1-4781-a08b-88c329732184" providerId="ADAL" clId="{2545133F-5F20-694B-80A0-FFA82CA13C3D}" dt="2025-01-15T14:53:06.620" v="145" actId="12"/>
            <ac:spMkLst>
              <pc:docMk/>
              <pc:sldMasterMk cId="463755981" sldId="2147483648"/>
              <pc:sldLayoutMk cId="2045038603" sldId="2147483669"/>
              <ac:spMk id="8" creationId="{C01A8B63-1F44-5094-9E16-440828CEB08D}"/>
            </ac:spMkLst>
          </pc:spChg>
        </pc:sldLayoutChg>
      </pc:sldMaster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koptekst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NL" dirty="0"/>
          </a:p>
        </p:txBody>
      </p:sp>
      <p:sp>
        <p:nvSpPr>
          <p:cNvPr id="3" name="Tijdelijke aanduiding voor datum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26E0211-8DE3-C64F-AAE3-CB72D7CBE226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4" name="Tijdelijke aanduiding voor voettekst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l-NL" dirty="0"/>
          </a:p>
        </p:txBody>
      </p:sp>
      <p:sp>
        <p:nvSpPr>
          <p:cNvPr id="5" name="Tijdelijke aanduiding voor dianumm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152A6D4-CD3D-5148-8B70-A84796F20135}" type="slidenum">
              <a:rPr lang="nl-NL" smtClean="0"/>
              <a:t>‹#›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458916391"/>
      </p:ext>
    </p:extLst>
  </p:cSld>
  <p:clrMap bg1="lt1" tx1="dk1" bg2="lt2" tx2="dk2" accent1="accent1" accent2="accent2" accent3="accent3" accent4="accent4" accent5="accent5" accent6="accent6" hlink="hlink" folHlink="folHlink"/>
  <p:hf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koptekst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NL" dirty="0"/>
          </a:p>
        </p:txBody>
      </p:sp>
      <p:sp>
        <p:nvSpPr>
          <p:cNvPr id="3" name="Tijdelijke aanduiding voor datum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4E9F3D4-1EB7-C24E-988E-C5578F74A120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4" name="Tijdelijke aanduiding voor dia-afbeelding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nl-NL" dirty="0"/>
          </a:p>
        </p:txBody>
      </p:sp>
      <p:sp>
        <p:nvSpPr>
          <p:cNvPr id="5" name="Tijdelijke aanduiding voor notiti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nl-NL"/>
              <a:t>Klik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6" name="Tijdelijke aanduiding voor voettekst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l-NL" dirty="0"/>
          </a:p>
        </p:txBody>
      </p:sp>
      <p:sp>
        <p:nvSpPr>
          <p:cNvPr id="7" name="Tijdelijke aanduiding voor dianumm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954E32A-327F-AF4B-8E1F-209FBF93D26D}" type="slidenum">
              <a:rPr lang="nl-NL" smtClean="0"/>
              <a:t>‹#›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464046713"/>
      </p:ext>
    </p:extLst>
  </p:cSld>
  <p:clrMap bg1="lt1" tx1="dk1" bg2="lt2" tx2="dk2" accent1="accent1" accent2="accent2" accent3="accent3" accent4="accent4" accent5="accent5" accent6="accent6" hlink="hlink" folHlink="folHlink"/>
  <p:hf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jpe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1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4.png"/><Relationship Id="rId4" Type="http://schemas.openxmlformats.org/officeDocument/2006/relationships/image" Target="../media/image1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1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6.png"/><Relationship Id="rId4" Type="http://schemas.openxmlformats.org/officeDocument/2006/relationships/image" Target="../media/image1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10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dia">
    <p:bg>
      <p:bgPr>
        <a:solidFill>
          <a:srgbClr val="001D4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68BDB9EC-0874-2647-AB98-1103A741C35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333667" y="1730828"/>
            <a:ext cx="5283534" cy="3396343"/>
          </a:xfrm>
        </p:spPr>
        <p:txBody>
          <a:bodyPr anchor="ctr" anchorCtr="0">
            <a:normAutofit/>
          </a:bodyPr>
          <a:lstStyle>
            <a:lvl1pPr>
              <a:defRPr sz="4000" b="1" i="0" baseline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r>
              <a:rPr lang="nl-NL" dirty="0"/>
              <a:t>Klikken om </a:t>
            </a:r>
            <a:br>
              <a:rPr lang="nl-NL" dirty="0"/>
            </a:br>
            <a:r>
              <a:rPr lang="nl-NL" dirty="0"/>
              <a:t>een titel toe </a:t>
            </a:r>
            <a:br>
              <a:rPr lang="nl-NL" dirty="0"/>
            </a:br>
            <a:r>
              <a:rPr lang="nl-NL" dirty="0"/>
              <a:t>te voegen</a:t>
            </a:r>
            <a:endParaRPr lang="nl-BE" dirty="0"/>
          </a:p>
        </p:txBody>
      </p:sp>
      <p:pic>
        <p:nvPicPr>
          <p:cNvPr id="8" name="Afbeelding 7" descr="Afbeelding met Lettertype, Graphics, logo, schermopname&#10;&#10;Automatisch gegenereerde beschrijving">
            <a:extLst>
              <a:ext uri="{FF2B5EF4-FFF2-40B4-BE49-F238E27FC236}">
                <a16:creationId xmlns:a16="http://schemas.microsoft.com/office/drawing/2014/main" id="{5D495572-740C-622D-A0A0-55B335E879E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249045" y="5969498"/>
            <a:ext cx="2520000" cy="495158"/>
          </a:xfrm>
          <a:prstGeom prst="rect">
            <a:avLst/>
          </a:prstGeom>
        </p:spPr>
      </p:pic>
      <p:sp>
        <p:nvSpPr>
          <p:cNvPr id="9" name="Titel 2">
            <a:extLst>
              <a:ext uri="{FF2B5EF4-FFF2-40B4-BE49-F238E27FC236}">
                <a16:creationId xmlns:a16="http://schemas.microsoft.com/office/drawing/2014/main" id="{3DAE7C1F-2FF5-D159-64D6-93BFDEDD4C19}"/>
              </a:ext>
            </a:extLst>
          </p:cNvPr>
          <p:cNvSpPr txBox="1">
            <a:spLocks/>
          </p:cNvSpPr>
          <p:nvPr userDrawn="1"/>
        </p:nvSpPr>
        <p:spPr>
          <a:xfrm>
            <a:off x="6333667" y="4484914"/>
            <a:ext cx="5283534" cy="642257"/>
          </a:xfrm>
          <a:prstGeom prst="rect">
            <a:avLst/>
          </a:prstGeom>
        </p:spPr>
        <p:txBody>
          <a:bodyPr vert="horz" lIns="0" tIns="0" rIns="0" bIns="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b="1" i="0" kern="1200" baseline="0">
                <a:solidFill>
                  <a:schemeClr val="bg1"/>
                </a:solidFill>
                <a:latin typeface="Arial" panose="020B0604020202020204" pitchFamily="34" charset="0"/>
                <a:ea typeface="+mj-ea"/>
                <a:cs typeface="+mj-cs"/>
              </a:defRPr>
            </a:lvl1pPr>
          </a:lstStyle>
          <a:p>
            <a:endParaRPr lang="nl-BE" sz="2000" b="0" i="0" baseline="0"/>
          </a:p>
        </p:txBody>
      </p:sp>
      <p:pic>
        <p:nvPicPr>
          <p:cNvPr id="4" name="Picture Placeholder 4">
            <a:extLst>
              <a:ext uri="{FF2B5EF4-FFF2-40B4-BE49-F238E27FC236}">
                <a16:creationId xmlns:a16="http://schemas.microsoft.com/office/drawing/2014/main" id="{7155FCE1-AFE6-6C0C-8806-031D125F9064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>
            <a:fillRect/>
          </a:stretch>
        </p:blipFill>
        <p:spPr>
          <a:xfrm>
            <a:off x="-763200" y="-3"/>
            <a:ext cx="6858000" cy="6858000"/>
          </a:xfrm>
          <a:prstGeom prst="ellipse">
            <a:avLst/>
          </a:prstGeom>
          <a:ln w="63500" cap="rnd">
            <a:noFill/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</p:spTree>
    <p:extLst>
      <p:ext uri="{BB962C8B-B14F-4D97-AF65-F5344CB8AC3E}">
        <p14:creationId xmlns:p14="http://schemas.microsoft.com/office/powerpoint/2010/main" val="112861770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dia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el 2">
            <a:extLst>
              <a:ext uri="{FF2B5EF4-FFF2-40B4-BE49-F238E27FC236}">
                <a16:creationId xmlns:a16="http://schemas.microsoft.com/office/drawing/2014/main" id="{D96485BC-8D44-B69E-01B8-A8905B4AA82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684266" y="898071"/>
            <a:ext cx="9931733" cy="3396343"/>
          </a:xfrm>
        </p:spPr>
        <p:txBody>
          <a:bodyPr anchor="ctr" anchorCtr="0">
            <a:normAutofit/>
          </a:bodyPr>
          <a:lstStyle>
            <a:lvl1pPr>
              <a:defRPr sz="4000" b="1" i="0" baseline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r>
              <a:rPr lang="nl-NL" dirty="0"/>
              <a:t>Klikken om </a:t>
            </a:r>
            <a:br>
              <a:rPr lang="nl-NL" dirty="0"/>
            </a:br>
            <a:r>
              <a:rPr lang="nl-NL" dirty="0"/>
              <a:t>een titel toe </a:t>
            </a:r>
            <a:br>
              <a:rPr lang="nl-NL" dirty="0"/>
            </a:br>
            <a:r>
              <a:rPr lang="nl-NL" dirty="0"/>
              <a:t>te voegen</a:t>
            </a:r>
            <a:endParaRPr lang="nl-BE" dirty="0"/>
          </a:p>
        </p:txBody>
      </p:sp>
      <p:pic>
        <p:nvPicPr>
          <p:cNvPr id="2" name="Afbeelding 1" descr="Afbeelding met Lettertype, Graphics, logo, schermopname&#10;&#10;Automatisch gegenereerde beschrijving">
            <a:extLst>
              <a:ext uri="{FF2B5EF4-FFF2-40B4-BE49-F238E27FC236}">
                <a16:creationId xmlns:a16="http://schemas.microsoft.com/office/drawing/2014/main" id="{5DDC59BD-319A-966E-C8B8-3E1004F142A1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9249045" y="5969498"/>
            <a:ext cx="2520000" cy="4951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21808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olgpagina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Afbeelding 14">
            <a:extLst>
              <a:ext uri="{FF2B5EF4-FFF2-40B4-BE49-F238E27FC236}">
                <a16:creationId xmlns:a16="http://schemas.microsoft.com/office/drawing/2014/main" id="{4EC68AA2-2D4D-9358-FDCD-0AB4A36B57B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b="8895"/>
          <a:stretch/>
        </p:blipFill>
        <p:spPr>
          <a:xfrm>
            <a:off x="0" y="6210000"/>
            <a:ext cx="12193200" cy="648000"/>
          </a:xfrm>
          <a:prstGeom prst="rect">
            <a:avLst/>
          </a:prstGeom>
        </p:spPr>
      </p:pic>
      <p:sp>
        <p:nvSpPr>
          <p:cNvPr id="8" name="Tijdelijke aanduiding voor inhoud 2">
            <a:extLst>
              <a:ext uri="{FF2B5EF4-FFF2-40B4-BE49-F238E27FC236}">
                <a16:creationId xmlns:a16="http://schemas.microsoft.com/office/drawing/2014/main" id="{C01A8B63-1F44-5094-9E16-440828CEB0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6000" y="800401"/>
            <a:ext cx="11006400" cy="5252245"/>
          </a:xfrm>
        </p:spPr>
        <p:txBody>
          <a:bodyPr/>
          <a:lstStyle/>
          <a:p>
            <a:pPr lvl="0"/>
            <a:r>
              <a:rPr lang="nl-NL" dirty="0"/>
              <a:t>Klik om de tekststijl van het model te bewerken</a:t>
            </a:r>
          </a:p>
          <a:p>
            <a:pPr lvl="1"/>
            <a:r>
              <a:rPr lang="nl-NL" dirty="0"/>
              <a:t>Tweede niveau</a:t>
            </a:r>
          </a:p>
          <a:p>
            <a:pPr lvl="2"/>
            <a:r>
              <a:rPr lang="nl-NL" dirty="0"/>
              <a:t>Derde niveau</a:t>
            </a:r>
          </a:p>
          <a:p>
            <a:pPr lvl="3"/>
            <a:r>
              <a:rPr lang="nl-NL" dirty="0"/>
              <a:t>Vierde niveau</a:t>
            </a:r>
          </a:p>
          <a:p>
            <a:pPr lvl="4"/>
            <a:r>
              <a:rPr lang="nl-NL" dirty="0"/>
              <a:t>Vijfde niveau</a:t>
            </a:r>
          </a:p>
        </p:txBody>
      </p:sp>
      <p:sp>
        <p:nvSpPr>
          <p:cNvPr id="11" name="Tijdelijke aanduiding voor datum 1">
            <a:extLst>
              <a:ext uri="{FF2B5EF4-FFF2-40B4-BE49-F238E27FC236}">
                <a16:creationId xmlns:a16="http://schemas.microsoft.com/office/drawing/2014/main" id="{0800F0F6-2580-A7F4-6C3B-FCBE3B457C8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440000" y="6210000"/>
            <a:ext cx="720000" cy="648000"/>
          </a:xfrm>
        </p:spPr>
        <p:txBody>
          <a:bodyPr/>
          <a:lstStyle/>
          <a:p>
            <a:fld id="{5D14A70C-A52C-824A-B260-6BE6A5E343F5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12" name="Tijdelijke aanduiding voor voettekst 2">
            <a:extLst>
              <a:ext uri="{FF2B5EF4-FFF2-40B4-BE49-F238E27FC236}">
                <a16:creationId xmlns:a16="http://schemas.microsoft.com/office/drawing/2014/main" id="{2B0CAF9A-06B9-89E3-D639-3264219342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052003" y="6210000"/>
            <a:ext cx="4993200" cy="648000"/>
          </a:xfrm>
        </p:spPr>
        <p:txBody>
          <a:bodyPr/>
          <a:lstStyle/>
          <a:p>
            <a:endParaRPr lang="nl-NL" dirty="0"/>
          </a:p>
        </p:txBody>
      </p:sp>
      <p:sp>
        <p:nvSpPr>
          <p:cNvPr id="13" name="Tijdelijke aanduiding voor dianummer 3">
            <a:extLst>
              <a:ext uri="{FF2B5EF4-FFF2-40B4-BE49-F238E27FC236}">
                <a16:creationId xmlns:a16="http://schemas.microsoft.com/office/drawing/2014/main" id="{C47622DA-7D0D-EF6F-EDC9-CE38B7D818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76000" y="6210000"/>
            <a:ext cx="648000" cy="648000"/>
          </a:xfrm>
        </p:spPr>
        <p:txBody>
          <a:bodyPr/>
          <a:lstStyle/>
          <a:p>
            <a:fld id="{0A297500-7527-634B-90F4-69D0994C32B4}" type="slidenum">
              <a:rPr lang="nl-NL" smtClean="0"/>
              <a:t>‹#›</a:t>
            </a:fld>
            <a:endParaRPr lang="nl-NL" dirty="0"/>
          </a:p>
        </p:txBody>
      </p:sp>
      <p:pic>
        <p:nvPicPr>
          <p:cNvPr id="16" name="Afbeelding 15" descr="Afbeelding met Lettertype, Graphics, logo, schermopname&#10;&#10;Automatisch gegenereerde beschrijving">
            <a:extLst>
              <a:ext uri="{FF2B5EF4-FFF2-40B4-BE49-F238E27FC236}">
                <a16:creationId xmlns:a16="http://schemas.microsoft.com/office/drawing/2014/main" id="{825D72AF-77F4-F0F0-241A-76BB519EF5D5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290602" y="6357900"/>
            <a:ext cx="1655999" cy="325389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35D7FBB4-891B-45E4-181B-258A15FE1C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00" y="4501"/>
            <a:ext cx="11041200" cy="648000"/>
          </a:xfrm>
        </p:spPr>
        <p:txBody>
          <a:bodyPr/>
          <a:lstStyle/>
          <a:p>
            <a:r>
              <a:rPr lang="nl-NL" noProof="0" dirty="0"/>
              <a:t>Click </a:t>
            </a:r>
            <a:r>
              <a:rPr lang="nl-NL" noProof="0" dirty="0" err="1"/>
              <a:t>to</a:t>
            </a:r>
            <a:r>
              <a:rPr lang="nl-NL" noProof="0" dirty="0"/>
              <a:t> </a:t>
            </a:r>
            <a:r>
              <a:rPr lang="nl-NL" noProof="0" dirty="0" err="1"/>
              <a:t>edit</a:t>
            </a:r>
            <a:r>
              <a:rPr lang="nl-NL" noProof="0" dirty="0"/>
              <a:t> Master </a:t>
            </a:r>
            <a:r>
              <a:rPr lang="nl-NL" noProof="0" dirty="0" err="1"/>
              <a:t>title</a:t>
            </a:r>
            <a:r>
              <a:rPr lang="nl-NL" noProof="0" dirty="0"/>
              <a:t> </a:t>
            </a:r>
            <a:r>
              <a:rPr lang="nl-NL" noProof="0" dirty="0" err="1"/>
              <a:t>style</a:t>
            </a:r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272992254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Volgpagina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767578B9-CDA0-C1D1-C1D0-F7729ECC0B6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-2512894" y="-453065"/>
            <a:ext cx="17028993" cy="6637665"/>
          </a:xfrm>
          <a:prstGeom prst="rect">
            <a:avLst/>
          </a:prstGeom>
        </p:spPr>
      </p:pic>
      <p:pic>
        <p:nvPicPr>
          <p:cNvPr id="15" name="Afbeelding 14">
            <a:extLst>
              <a:ext uri="{FF2B5EF4-FFF2-40B4-BE49-F238E27FC236}">
                <a16:creationId xmlns:a16="http://schemas.microsoft.com/office/drawing/2014/main" id="{4EC68AA2-2D4D-9358-FDCD-0AB4A36B57B7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b="8895"/>
          <a:stretch/>
        </p:blipFill>
        <p:spPr>
          <a:xfrm>
            <a:off x="0" y="6210000"/>
            <a:ext cx="12193200" cy="648000"/>
          </a:xfrm>
          <a:prstGeom prst="rect">
            <a:avLst/>
          </a:prstGeom>
        </p:spPr>
      </p:pic>
      <p:sp>
        <p:nvSpPr>
          <p:cNvPr id="8" name="Tijdelijke aanduiding voor inhoud 2">
            <a:extLst>
              <a:ext uri="{FF2B5EF4-FFF2-40B4-BE49-F238E27FC236}">
                <a16:creationId xmlns:a16="http://schemas.microsoft.com/office/drawing/2014/main" id="{C01A8B63-1F44-5094-9E16-440828CEB08D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245399" y="1280788"/>
            <a:ext cx="11605942" cy="4705159"/>
          </a:xfrm>
          <a:noFill/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nl-NL" noProof="1"/>
              <a:t>Klik om de tekststijl van het model te bewerken</a:t>
            </a:r>
          </a:p>
          <a:p>
            <a:pPr lvl="1"/>
            <a:r>
              <a:rPr lang="nl-NL" noProof="1"/>
              <a:t>Tweede niveau</a:t>
            </a:r>
          </a:p>
          <a:p>
            <a:pPr lvl="2"/>
            <a:r>
              <a:rPr lang="nl-NL" noProof="1"/>
              <a:t>Derde niveau</a:t>
            </a:r>
          </a:p>
          <a:p>
            <a:pPr lvl="3"/>
            <a:r>
              <a:rPr lang="nl-NL" noProof="1"/>
              <a:t>Vierde niveau</a:t>
            </a:r>
          </a:p>
          <a:p>
            <a:pPr lvl="4"/>
            <a:r>
              <a:rPr lang="nl-NL" noProof="1"/>
              <a:t>Vijfde niveau</a:t>
            </a:r>
          </a:p>
        </p:txBody>
      </p:sp>
      <p:sp>
        <p:nvSpPr>
          <p:cNvPr id="11" name="Tijdelijke aanduiding voor datum 1">
            <a:extLst>
              <a:ext uri="{FF2B5EF4-FFF2-40B4-BE49-F238E27FC236}">
                <a16:creationId xmlns:a16="http://schemas.microsoft.com/office/drawing/2014/main" id="{0800F0F6-2580-A7F4-6C3B-FCBE3B457C8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440000" y="6210000"/>
            <a:ext cx="720000" cy="648000"/>
          </a:xfrm>
        </p:spPr>
        <p:txBody>
          <a:bodyPr/>
          <a:lstStyle/>
          <a:p>
            <a:fld id="{3C16444D-5C15-F646-B1E6-793A79D1D158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12" name="Tijdelijke aanduiding voor voettekst 2">
            <a:extLst>
              <a:ext uri="{FF2B5EF4-FFF2-40B4-BE49-F238E27FC236}">
                <a16:creationId xmlns:a16="http://schemas.microsoft.com/office/drawing/2014/main" id="{2B0CAF9A-06B9-89E3-D639-3264219342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052003" y="6210000"/>
            <a:ext cx="4993200" cy="648000"/>
          </a:xfrm>
        </p:spPr>
        <p:txBody>
          <a:bodyPr/>
          <a:lstStyle/>
          <a:p>
            <a:endParaRPr lang="nl-NL" dirty="0"/>
          </a:p>
        </p:txBody>
      </p:sp>
      <p:sp>
        <p:nvSpPr>
          <p:cNvPr id="13" name="Tijdelijke aanduiding voor dianummer 3">
            <a:extLst>
              <a:ext uri="{FF2B5EF4-FFF2-40B4-BE49-F238E27FC236}">
                <a16:creationId xmlns:a16="http://schemas.microsoft.com/office/drawing/2014/main" id="{C47622DA-7D0D-EF6F-EDC9-CE38B7D818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76000" y="6210000"/>
            <a:ext cx="648000" cy="648000"/>
          </a:xfrm>
        </p:spPr>
        <p:txBody>
          <a:bodyPr/>
          <a:lstStyle/>
          <a:p>
            <a:fld id="{0A297500-7527-634B-90F4-69D0994C32B4}" type="slidenum">
              <a:rPr lang="nl-NL" smtClean="0"/>
              <a:t>‹#›</a:t>
            </a:fld>
            <a:endParaRPr lang="nl-NL" dirty="0"/>
          </a:p>
        </p:txBody>
      </p:sp>
      <p:pic>
        <p:nvPicPr>
          <p:cNvPr id="16" name="Afbeelding 15" descr="Afbeelding met Lettertype, Graphics, logo, schermopname&#10;&#10;Automatisch gegenereerde beschrijving">
            <a:extLst>
              <a:ext uri="{FF2B5EF4-FFF2-40B4-BE49-F238E27FC236}">
                <a16:creationId xmlns:a16="http://schemas.microsoft.com/office/drawing/2014/main" id="{825D72AF-77F4-F0F0-241A-76BB519EF5D5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0290602" y="6357900"/>
            <a:ext cx="1655999" cy="325389"/>
          </a:xfrm>
          <a:prstGeom prst="rect">
            <a:avLst/>
          </a:prstGeom>
        </p:spPr>
      </p:pic>
      <p:sp>
        <p:nvSpPr>
          <p:cNvPr id="26" name="Title 25">
            <a:extLst>
              <a:ext uri="{FF2B5EF4-FFF2-40B4-BE49-F238E27FC236}">
                <a16:creationId xmlns:a16="http://schemas.microsoft.com/office/drawing/2014/main" id="{9FFC2E19-DE2B-7111-CC63-9A847C39AA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00" y="4500"/>
            <a:ext cx="11041200" cy="57945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nl-NL" noProof="0" dirty="0"/>
              <a:t>Click </a:t>
            </a:r>
            <a:r>
              <a:rPr lang="nl-NL" noProof="0" dirty="0" err="1"/>
              <a:t>to</a:t>
            </a:r>
            <a:r>
              <a:rPr lang="nl-NL" noProof="0" dirty="0"/>
              <a:t> </a:t>
            </a:r>
            <a:r>
              <a:rPr lang="nl-NL" noProof="0" dirty="0" err="1"/>
              <a:t>edit</a:t>
            </a:r>
            <a:r>
              <a:rPr lang="nl-NL" noProof="0" dirty="0"/>
              <a:t> Master </a:t>
            </a:r>
            <a:r>
              <a:rPr lang="nl-NL" noProof="0" dirty="0" err="1"/>
              <a:t>title</a:t>
            </a:r>
            <a:r>
              <a:rPr lang="nl-NL" noProof="0" dirty="0"/>
              <a:t> </a:t>
            </a:r>
            <a:r>
              <a:rPr lang="nl-NL" noProof="0" dirty="0" err="1"/>
              <a:t>style</a:t>
            </a:r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18069293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5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3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3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igur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Afbeelding 14">
            <a:extLst>
              <a:ext uri="{FF2B5EF4-FFF2-40B4-BE49-F238E27FC236}">
                <a16:creationId xmlns:a16="http://schemas.microsoft.com/office/drawing/2014/main" id="{4EC68AA2-2D4D-9358-FDCD-0AB4A36B57B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b="8895"/>
          <a:stretch/>
        </p:blipFill>
        <p:spPr>
          <a:xfrm>
            <a:off x="0" y="6210000"/>
            <a:ext cx="12193200" cy="648000"/>
          </a:xfrm>
          <a:prstGeom prst="rect">
            <a:avLst/>
          </a:prstGeom>
        </p:spPr>
      </p:pic>
      <p:sp>
        <p:nvSpPr>
          <p:cNvPr id="11" name="Tijdelijke aanduiding voor datum 1">
            <a:extLst>
              <a:ext uri="{FF2B5EF4-FFF2-40B4-BE49-F238E27FC236}">
                <a16:creationId xmlns:a16="http://schemas.microsoft.com/office/drawing/2014/main" id="{0800F0F6-2580-A7F4-6C3B-FCBE3B457C8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440000" y="6210000"/>
            <a:ext cx="720000" cy="648000"/>
          </a:xfrm>
        </p:spPr>
        <p:txBody>
          <a:bodyPr/>
          <a:lstStyle/>
          <a:p>
            <a:fld id="{F695FE45-7352-3C48-B42E-7EBF2B5C52E3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12" name="Tijdelijke aanduiding voor voettekst 2">
            <a:extLst>
              <a:ext uri="{FF2B5EF4-FFF2-40B4-BE49-F238E27FC236}">
                <a16:creationId xmlns:a16="http://schemas.microsoft.com/office/drawing/2014/main" id="{2B0CAF9A-06B9-89E3-D639-3264219342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052003" y="6210000"/>
            <a:ext cx="4993200" cy="648000"/>
          </a:xfrm>
        </p:spPr>
        <p:txBody>
          <a:bodyPr/>
          <a:lstStyle/>
          <a:p>
            <a:endParaRPr lang="nl-NL" dirty="0"/>
          </a:p>
        </p:txBody>
      </p:sp>
      <p:sp>
        <p:nvSpPr>
          <p:cNvPr id="13" name="Tijdelijke aanduiding voor dianummer 3">
            <a:extLst>
              <a:ext uri="{FF2B5EF4-FFF2-40B4-BE49-F238E27FC236}">
                <a16:creationId xmlns:a16="http://schemas.microsoft.com/office/drawing/2014/main" id="{C47622DA-7D0D-EF6F-EDC9-CE38B7D818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76000" y="6210000"/>
            <a:ext cx="648000" cy="648000"/>
          </a:xfrm>
        </p:spPr>
        <p:txBody>
          <a:bodyPr/>
          <a:lstStyle/>
          <a:p>
            <a:fld id="{0A297500-7527-634B-90F4-69D0994C32B4}" type="slidenum">
              <a:rPr lang="nl-NL" smtClean="0"/>
              <a:t>‹#›</a:t>
            </a:fld>
            <a:endParaRPr lang="nl-NL" dirty="0"/>
          </a:p>
        </p:txBody>
      </p:sp>
      <p:pic>
        <p:nvPicPr>
          <p:cNvPr id="16" name="Afbeelding 15" descr="Afbeelding met Lettertype, Graphics, logo, schermopname&#10;&#10;Automatisch gegenereerde beschrijving">
            <a:extLst>
              <a:ext uri="{FF2B5EF4-FFF2-40B4-BE49-F238E27FC236}">
                <a16:creationId xmlns:a16="http://schemas.microsoft.com/office/drawing/2014/main" id="{825D72AF-77F4-F0F0-241A-76BB519EF5D5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290602" y="6357900"/>
            <a:ext cx="1655999" cy="325389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31FE2B30-5A69-75CF-7187-201E96BE81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00" y="4501"/>
            <a:ext cx="11041200" cy="648000"/>
          </a:xfrm>
        </p:spPr>
        <p:txBody>
          <a:bodyPr/>
          <a:lstStyle/>
          <a:p>
            <a:r>
              <a:rPr lang="nl-NL" noProof="0" dirty="0"/>
              <a:t>Click </a:t>
            </a:r>
            <a:r>
              <a:rPr lang="nl-NL" noProof="0" dirty="0" err="1"/>
              <a:t>to</a:t>
            </a:r>
            <a:r>
              <a:rPr lang="nl-NL" noProof="0" dirty="0"/>
              <a:t> </a:t>
            </a:r>
            <a:r>
              <a:rPr lang="nl-NL" noProof="0" dirty="0" err="1"/>
              <a:t>edit</a:t>
            </a:r>
            <a:r>
              <a:rPr lang="nl-NL" noProof="0" dirty="0"/>
              <a:t> Master </a:t>
            </a:r>
            <a:r>
              <a:rPr lang="nl-NL" noProof="0" dirty="0" err="1"/>
              <a:t>title</a:t>
            </a:r>
            <a:r>
              <a:rPr lang="nl-NL" noProof="0" dirty="0"/>
              <a:t> </a:t>
            </a:r>
            <a:r>
              <a:rPr lang="nl-NL" noProof="0" dirty="0" err="1"/>
              <a:t>style</a:t>
            </a:r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115115047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olgpagina 1 met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Afbeelding 14">
            <a:extLst>
              <a:ext uri="{FF2B5EF4-FFF2-40B4-BE49-F238E27FC236}">
                <a16:creationId xmlns:a16="http://schemas.microsoft.com/office/drawing/2014/main" id="{4EC68AA2-2D4D-9358-FDCD-0AB4A36B57B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b="8895"/>
          <a:stretch/>
        </p:blipFill>
        <p:spPr>
          <a:xfrm>
            <a:off x="0" y="6210000"/>
            <a:ext cx="12193200" cy="648000"/>
          </a:xfrm>
          <a:prstGeom prst="rect">
            <a:avLst/>
          </a:prstGeom>
        </p:spPr>
      </p:pic>
      <p:sp>
        <p:nvSpPr>
          <p:cNvPr id="8" name="Tijdelijke aanduiding voor inhoud 2">
            <a:extLst>
              <a:ext uri="{FF2B5EF4-FFF2-40B4-BE49-F238E27FC236}">
                <a16:creationId xmlns:a16="http://schemas.microsoft.com/office/drawing/2014/main" id="{C01A8B63-1F44-5094-9E16-440828CEB08D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76000" y="811831"/>
            <a:ext cx="11006400" cy="5240815"/>
          </a:xfrm>
        </p:spPr>
        <p:txBody>
          <a:bodyPr/>
          <a:lstStyle>
            <a:lvl1pPr marL="457200" indent="-457200">
              <a:buFontTx/>
              <a:buBlip>
                <a:blip r:embed="rId3"/>
              </a:buBlip>
              <a:defRPr/>
            </a:lvl1pPr>
          </a:lstStyle>
          <a:p>
            <a:pPr lvl="0"/>
            <a:r>
              <a:rPr lang="nl-NL" noProof="0" dirty="0"/>
              <a:t>Klik om de tekststijl van het model te bewerken</a:t>
            </a:r>
          </a:p>
          <a:p>
            <a:pPr lvl="1"/>
            <a:r>
              <a:rPr lang="nl-NL" noProof="0" dirty="0"/>
              <a:t>Tweede niveau</a:t>
            </a:r>
          </a:p>
          <a:p>
            <a:pPr lvl="2"/>
            <a:r>
              <a:rPr lang="nl-NL" noProof="0" dirty="0"/>
              <a:t>Derde niveau</a:t>
            </a:r>
          </a:p>
          <a:p>
            <a:pPr lvl="3"/>
            <a:r>
              <a:rPr lang="nl-NL" noProof="0" dirty="0"/>
              <a:t>Vierde niveau</a:t>
            </a:r>
          </a:p>
          <a:p>
            <a:pPr lvl="4"/>
            <a:r>
              <a:rPr lang="nl-NL" noProof="0" dirty="0"/>
              <a:t>Vijfde niveau</a:t>
            </a:r>
          </a:p>
        </p:txBody>
      </p:sp>
      <p:sp>
        <p:nvSpPr>
          <p:cNvPr id="11" name="Tijdelijke aanduiding voor datum 1">
            <a:extLst>
              <a:ext uri="{FF2B5EF4-FFF2-40B4-BE49-F238E27FC236}">
                <a16:creationId xmlns:a16="http://schemas.microsoft.com/office/drawing/2014/main" id="{0800F0F6-2580-A7F4-6C3B-FCBE3B457C8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440000" y="6210000"/>
            <a:ext cx="720000" cy="648000"/>
          </a:xfrm>
        </p:spPr>
        <p:txBody>
          <a:bodyPr/>
          <a:lstStyle/>
          <a:p>
            <a:fld id="{D0C2AFFC-B915-5A49-88DD-95E4F5C3B4C4}" type="datetime1">
              <a:rPr lang="en-US" noProof="0" smtClean="0"/>
              <a:t>10/11/25</a:t>
            </a:fld>
            <a:endParaRPr lang="nl-NL" noProof="0" dirty="0"/>
          </a:p>
        </p:txBody>
      </p:sp>
      <p:sp>
        <p:nvSpPr>
          <p:cNvPr id="12" name="Tijdelijke aanduiding voor voettekst 2">
            <a:extLst>
              <a:ext uri="{FF2B5EF4-FFF2-40B4-BE49-F238E27FC236}">
                <a16:creationId xmlns:a16="http://schemas.microsoft.com/office/drawing/2014/main" id="{2B0CAF9A-06B9-89E3-D639-3264219342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052003" y="6210000"/>
            <a:ext cx="4993200" cy="648000"/>
          </a:xfrm>
        </p:spPr>
        <p:txBody>
          <a:bodyPr/>
          <a:lstStyle/>
          <a:p>
            <a:endParaRPr lang="nl-NL" noProof="0" dirty="0"/>
          </a:p>
        </p:txBody>
      </p:sp>
      <p:sp>
        <p:nvSpPr>
          <p:cNvPr id="13" name="Tijdelijke aanduiding voor dianummer 3">
            <a:extLst>
              <a:ext uri="{FF2B5EF4-FFF2-40B4-BE49-F238E27FC236}">
                <a16:creationId xmlns:a16="http://schemas.microsoft.com/office/drawing/2014/main" id="{C47622DA-7D0D-EF6F-EDC9-CE38B7D818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76000" y="6210000"/>
            <a:ext cx="648000" cy="648000"/>
          </a:xfrm>
        </p:spPr>
        <p:txBody>
          <a:bodyPr/>
          <a:lstStyle/>
          <a:p>
            <a:fld id="{0A297500-7527-634B-90F4-69D0994C32B4}" type="slidenum">
              <a:rPr lang="nl-NL" noProof="0" smtClean="0"/>
              <a:t>‹#›</a:t>
            </a:fld>
            <a:endParaRPr lang="nl-NL" noProof="0" dirty="0"/>
          </a:p>
        </p:txBody>
      </p:sp>
      <p:pic>
        <p:nvPicPr>
          <p:cNvPr id="16" name="Afbeelding 15" descr="Afbeelding met Lettertype, Graphics, logo, schermopname&#10;&#10;Automatisch gegenereerde beschrijving">
            <a:extLst>
              <a:ext uri="{FF2B5EF4-FFF2-40B4-BE49-F238E27FC236}">
                <a16:creationId xmlns:a16="http://schemas.microsoft.com/office/drawing/2014/main" id="{825D72AF-77F4-F0F0-241A-76BB519EF5D5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0290602" y="6357900"/>
            <a:ext cx="1655999" cy="325389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F12466D5-8DB6-11EB-91A8-C5A2326F6E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00" y="15930"/>
            <a:ext cx="11041200" cy="648001"/>
          </a:xfrm>
        </p:spPr>
        <p:txBody>
          <a:bodyPr/>
          <a:lstStyle/>
          <a:p>
            <a:r>
              <a:rPr lang="nl-NL" noProof="0" dirty="0"/>
              <a:t>Click </a:t>
            </a:r>
            <a:r>
              <a:rPr lang="nl-NL" noProof="0" dirty="0" err="1"/>
              <a:t>to</a:t>
            </a:r>
            <a:r>
              <a:rPr lang="nl-NL" noProof="0" dirty="0"/>
              <a:t> </a:t>
            </a:r>
            <a:r>
              <a:rPr lang="nl-NL" noProof="0" dirty="0" err="1"/>
              <a:t>edit</a:t>
            </a:r>
            <a:r>
              <a:rPr lang="nl-NL" noProof="0" dirty="0"/>
              <a:t> Master </a:t>
            </a:r>
            <a:r>
              <a:rPr lang="nl-NL" noProof="0" dirty="0" err="1"/>
              <a:t>title</a:t>
            </a:r>
            <a:r>
              <a:rPr lang="nl-NL" noProof="0" dirty="0"/>
              <a:t> </a:t>
            </a:r>
            <a:r>
              <a:rPr lang="nl-NL" noProof="0" dirty="0" err="1"/>
              <a:t>style</a:t>
            </a:r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20450386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olgpagina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jdelijke aanduiding voor inhoud 2">
            <a:extLst>
              <a:ext uri="{FF2B5EF4-FFF2-40B4-BE49-F238E27FC236}">
                <a16:creationId xmlns:a16="http://schemas.microsoft.com/office/drawing/2014/main" id="{C01A8B63-1F44-5094-9E16-440828CEB08D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76000" y="868680"/>
            <a:ext cx="11006400" cy="5183966"/>
          </a:xfrm>
        </p:spPr>
        <p:txBody>
          <a:bodyPr/>
          <a:lstStyle/>
          <a:p>
            <a:pPr lvl="0"/>
            <a:r>
              <a:rPr lang="nl-NL" noProof="0" dirty="0"/>
              <a:t>Klik om de tekststijl van het model te bewerken</a:t>
            </a:r>
          </a:p>
          <a:p>
            <a:pPr lvl="1"/>
            <a:r>
              <a:rPr lang="nl-NL" noProof="0" dirty="0"/>
              <a:t>Tweede niveau</a:t>
            </a:r>
          </a:p>
          <a:p>
            <a:pPr lvl="2"/>
            <a:r>
              <a:rPr lang="nl-NL" noProof="0" dirty="0"/>
              <a:t>Derde niveau</a:t>
            </a:r>
          </a:p>
          <a:p>
            <a:pPr lvl="3"/>
            <a:r>
              <a:rPr lang="nl-NL" noProof="0" dirty="0"/>
              <a:t>Vierde niveau</a:t>
            </a:r>
          </a:p>
          <a:p>
            <a:pPr lvl="4"/>
            <a:r>
              <a:rPr lang="nl-NL" noProof="0" dirty="0"/>
              <a:t>Vijfde niveau</a:t>
            </a:r>
          </a:p>
        </p:txBody>
      </p:sp>
      <p:sp>
        <p:nvSpPr>
          <p:cNvPr id="11" name="Tijdelijke aanduiding voor datum 1">
            <a:extLst>
              <a:ext uri="{FF2B5EF4-FFF2-40B4-BE49-F238E27FC236}">
                <a16:creationId xmlns:a16="http://schemas.microsoft.com/office/drawing/2014/main" id="{0800F0F6-2580-A7F4-6C3B-FCBE3B457C8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440000" y="6210000"/>
            <a:ext cx="720000" cy="648000"/>
          </a:xfrm>
        </p:spPr>
        <p:txBody>
          <a:bodyPr/>
          <a:lstStyle/>
          <a:p>
            <a:fld id="{44AA9AC6-E216-3B47-8184-7802A2BF140A}" type="datetime1">
              <a:rPr lang="en-US" noProof="0" smtClean="0"/>
              <a:t>10/11/25</a:t>
            </a:fld>
            <a:endParaRPr lang="nl-NL" noProof="0" dirty="0"/>
          </a:p>
        </p:txBody>
      </p:sp>
      <p:sp>
        <p:nvSpPr>
          <p:cNvPr id="12" name="Tijdelijke aanduiding voor voettekst 2">
            <a:extLst>
              <a:ext uri="{FF2B5EF4-FFF2-40B4-BE49-F238E27FC236}">
                <a16:creationId xmlns:a16="http://schemas.microsoft.com/office/drawing/2014/main" id="{2B0CAF9A-06B9-89E3-D639-3264219342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052003" y="6210000"/>
            <a:ext cx="4993200" cy="648000"/>
          </a:xfrm>
        </p:spPr>
        <p:txBody>
          <a:bodyPr/>
          <a:lstStyle/>
          <a:p>
            <a:endParaRPr lang="nl-NL" noProof="0" dirty="0"/>
          </a:p>
        </p:txBody>
      </p:sp>
      <p:sp>
        <p:nvSpPr>
          <p:cNvPr id="13" name="Tijdelijke aanduiding voor dianummer 3">
            <a:extLst>
              <a:ext uri="{FF2B5EF4-FFF2-40B4-BE49-F238E27FC236}">
                <a16:creationId xmlns:a16="http://schemas.microsoft.com/office/drawing/2014/main" id="{C47622DA-7D0D-EF6F-EDC9-CE38B7D818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76000" y="6210000"/>
            <a:ext cx="648000" cy="648000"/>
          </a:xfrm>
        </p:spPr>
        <p:txBody>
          <a:bodyPr/>
          <a:lstStyle/>
          <a:p>
            <a:fld id="{0A297500-7527-634B-90F4-69D0994C32B4}" type="slidenum">
              <a:rPr lang="nl-NL" noProof="0" smtClean="0"/>
              <a:t>‹#›</a:t>
            </a:fld>
            <a:endParaRPr lang="nl-NL" noProof="0" dirty="0"/>
          </a:p>
        </p:txBody>
      </p:sp>
      <p:pic>
        <p:nvPicPr>
          <p:cNvPr id="16" name="Afbeelding 15" descr="Afbeelding met Lettertype, Graphics, logo, schermopname&#10;&#10;Automatisch gegenereerde beschrijving">
            <a:extLst>
              <a:ext uri="{FF2B5EF4-FFF2-40B4-BE49-F238E27FC236}">
                <a16:creationId xmlns:a16="http://schemas.microsoft.com/office/drawing/2014/main" id="{825D72AF-77F4-F0F0-241A-76BB519EF5D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290602" y="6357900"/>
            <a:ext cx="1655999" cy="325389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CC13023F-87C5-4547-FEB6-4B0A34BF8E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00" y="15931"/>
            <a:ext cx="11041200" cy="650366"/>
          </a:xfrm>
        </p:spPr>
        <p:txBody>
          <a:bodyPr/>
          <a:lstStyle/>
          <a:p>
            <a:r>
              <a:rPr lang="nl-NL" noProof="0" dirty="0"/>
              <a:t>Click </a:t>
            </a:r>
            <a:r>
              <a:rPr lang="nl-NL" noProof="0" dirty="0" err="1"/>
              <a:t>to</a:t>
            </a:r>
            <a:r>
              <a:rPr lang="nl-NL" noProof="0" dirty="0"/>
              <a:t> </a:t>
            </a:r>
            <a:r>
              <a:rPr lang="nl-NL" noProof="0" dirty="0" err="1"/>
              <a:t>edit</a:t>
            </a:r>
            <a:r>
              <a:rPr lang="nl-NL" noProof="0" dirty="0"/>
              <a:t> Master </a:t>
            </a:r>
            <a:r>
              <a:rPr lang="nl-NL" noProof="0" dirty="0" err="1"/>
              <a:t>title</a:t>
            </a:r>
            <a:r>
              <a:rPr lang="nl-NL" noProof="0" dirty="0"/>
              <a:t> </a:t>
            </a:r>
            <a:r>
              <a:rPr lang="nl-NL" noProof="0" dirty="0" err="1"/>
              <a:t>style</a:t>
            </a:r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29980403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olgpagina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Afbeelding 9" descr="Afbeelding met Graphics, cirkel, ontwerp&#10;&#10;Automatisch gegenereerde beschrijving">
            <a:extLst>
              <a:ext uri="{FF2B5EF4-FFF2-40B4-BE49-F238E27FC236}">
                <a16:creationId xmlns:a16="http://schemas.microsoft.com/office/drawing/2014/main" id="{1EC811A3-D471-16F1-F5F7-188800F32FE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10000"/>
          </a:blip>
          <a:stretch>
            <a:fillRect/>
          </a:stretch>
        </p:blipFill>
        <p:spPr>
          <a:xfrm rot="16200000">
            <a:off x="-1124411" y="1629838"/>
            <a:ext cx="5011676" cy="2237771"/>
          </a:xfrm>
          <a:prstGeom prst="rect">
            <a:avLst/>
          </a:prstGeom>
        </p:spPr>
      </p:pic>
      <p:sp>
        <p:nvSpPr>
          <p:cNvPr id="4" name="Tijdelijke aanduiding voor datum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525A4A-45EF-044A-97ED-F5EE535170D0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5" name="Tijdelijke aanduiding voor voettekst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6" name="Tijdelijke aanduiding voor dianumm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297500-7527-634B-90F4-69D0994C32B4}" type="slidenum">
              <a:rPr lang="nl-NL" smtClean="0"/>
              <a:t>‹#›</a:t>
            </a:fld>
            <a:endParaRPr lang="nl-NL" dirty="0"/>
          </a:p>
        </p:txBody>
      </p:sp>
      <p:sp>
        <p:nvSpPr>
          <p:cNvPr id="8" name="Tijdelijke aanduiding voor inhoud 2">
            <a:extLst>
              <a:ext uri="{FF2B5EF4-FFF2-40B4-BE49-F238E27FC236}">
                <a16:creationId xmlns:a16="http://schemas.microsoft.com/office/drawing/2014/main" id="{6BA570E8-5D95-B3F1-8C6F-957AE9CDC0B9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576000" y="708660"/>
            <a:ext cx="11006402" cy="5343986"/>
          </a:xfrm>
        </p:spPr>
        <p:txBody>
          <a:bodyPr/>
          <a:lstStyle/>
          <a:p>
            <a:pPr lvl="0"/>
            <a:r>
              <a:rPr lang="nl-NL" dirty="0"/>
              <a:t>Klik om de tekststijl van het model te bewerken</a:t>
            </a:r>
          </a:p>
          <a:p>
            <a:pPr lvl="1"/>
            <a:r>
              <a:rPr lang="nl-NL" dirty="0"/>
              <a:t>Tweede niveau</a:t>
            </a:r>
          </a:p>
          <a:p>
            <a:pPr lvl="2"/>
            <a:r>
              <a:rPr lang="nl-NL" dirty="0"/>
              <a:t>Derde niveau</a:t>
            </a:r>
          </a:p>
          <a:p>
            <a:pPr lvl="3"/>
            <a:r>
              <a:rPr lang="nl-NL" dirty="0"/>
              <a:t>Vierde niveau</a:t>
            </a:r>
          </a:p>
          <a:p>
            <a:pPr lvl="4"/>
            <a:r>
              <a:rPr lang="nl-NL" dirty="0"/>
              <a:t>Vijfde niveau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0CEA65D-4427-8EF5-9C3E-9652403088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00" y="15931"/>
            <a:ext cx="11041200" cy="578430"/>
          </a:xfrm>
        </p:spPr>
        <p:txBody>
          <a:bodyPr/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2399574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olgpagina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datum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F6EBD7-4509-1747-80A1-30E823EDAC2D}" type="datetime1">
              <a:rPr lang="en-US" noProof="0" smtClean="0"/>
              <a:t>10/11/25</a:t>
            </a:fld>
            <a:endParaRPr lang="nl-NL" noProof="0" dirty="0"/>
          </a:p>
        </p:txBody>
      </p:sp>
      <p:sp>
        <p:nvSpPr>
          <p:cNvPr id="5" name="Tijdelijke aanduiding voor voettekst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 noProof="0" dirty="0"/>
          </a:p>
        </p:txBody>
      </p:sp>
      <p:sp>
        <p:nvSpPr>
          <p:cNvPr id="6" name="Tijdelijke aanduiding voor dianumm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297500-7527-634B-90F4-69D0994C32B4}" type="slidenum">
              <a:rPr lang="nl-NL" noProof="0" smtClean="0"/>
              <a:t>‹#›</a:t>
            </a:fld>
            <a:endParaRPr lang="nl-NL" noProof="0" dirty="0"/>
          </a:p>
        </p:txBody>
      </p:sp>
      <p:sp>
        <p:nvSpPr>
          <p:cNvPr id="8" name="Tijdelijke aanduiding voor inhoud 2">
            <a:extLst>
              <a:ext uri="{FF2B5EF4-FFF2-40B4-BE49-F238E27FC236}">
                <a16:creationId xmlns:a16="http://schemas.microsoft.com/office/drawing/2014/main" id="{ED9010BD-3FA3-6D64-D974-8B02411BFB23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576000" y="765810"/>
            <a:ext cx="11006402" cy="5286836"/>
          </a:xfrm>
        </p:spPr>
        <p:txBody>
          <a:bodyPr/>
          <a:lstStyle/>
          <a:p>
            <a:pPr lvl="0"/>
            <a:r>
              <a:rPr lang="nl-NL" noProof="0" dirty="0"/>
              <a:t>Klik om de tekststijl van het model te bewerken</a:t>
            </a:r>
          </a:p>
          <a:p>
            <a:pPr lvl="1"/>
            <a:r>
              <a:rPr lang="nl-NL" noProof="0" dirty="0"/>
              <a:t>Tweede niveau</a:t>
            </a:r>
          </a:p>
          <a:p>
            <a:pPr lvl="2"/>
            <a:r>
              <a:rPr lang="nl-NL" noProof="0" dirty="0"/>
              <a:t>Derde niveau</a:t>
            </a:r>
          </a:p>
          <a:p>
            <a:pPr lvl="3"/>
            <a:r>
              <a:rPr lang="nl-NL" noProof="0" dirty="0"/>
              <a:t>Vierde niveau</a:t>
            </a:r>
          </a:p>
          <a:p>
            <a:pPr lvl="4"/>
            <a:r>
              <a:rPr lang="nl-NL" noProof="0" dirty="0"/>
              <a:t>Vijfde niveau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A3A12AB-811C-F19D-0A73-86DCF776D5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00" y="0"/>
            <a:ext cx="11041200" cy="647010"/>
          </a:xfrm>
        </p:spPr>
        <p:txBody>
          <a:bodyPr/>
          <a:lstStyle/>
          <a:p>
            <a:r>
              <a:rPr lang="nl-NL" noProof="0" dirty="0"/>
              <a:t>Click </a:t>
            </a:r>
            <a:r>
              <a:rPr lang="nl-NL" noProof="0" dirty="0" err="1"/>
              <a:t>to</a:t>
            </a:r>
            <a:r>
              <a:rPr lang="nl-NL" noProof="0" dirty="0"/>
              <a:t> </a:t>
            </a:r>
            <a:r>
              <a:rPr lang="nl-NL" noProof="0" dirty="0" err="1"/>
              <a:t>edit</a:t>
            </a:r>
            <a:r>
              <a:rPr lang="nl-NL" noProof="0" dirty="0"/>
              <a:t> Master </a:t>
            </a:r>
            <a:r>
              <a:rPr lang="nl-NL" noProof="0" dirty="0" err="1"/>
              <a:t>title</a:t>
            </a:r>
            <a:r>
              <a:rPr lang="nl-NL" noProof="0" dirty="0"/>
              <a:t> </a:t>
            </a:r>
            <a:r>
              <a:rPr lang="nl-NL" noProof="0" dirty="0" err="1"/>
              <a:t>style</a:t>
            </a:r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9611229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ekop">
    <p:bg>
      <p:bgPr>
        <a:solidFill>
          <a:srgbClr val="CCD9E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jdelijke aanduiding voor afbeelding 2">
            <a:extLst>
              <a:ext uri="{FF2B5EF4-FFF2-40B4-BE49-F238E27FC236}">
                <a16:creationId xmlns:a16="http://schemas.microsoft.com/office/drawing/2014/main" id="{13391891-52D5-B43E-96A4-81AFBB31486B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124726" y="583200"/>
            <a:ext cx="6496074" cy="3531638"/>
          </a:xfrm>
        </p:spPr>
        <p:txBody>
          <a:bodyPr/>
          <a:lstStyle/>
          <a:p>
            <a:endParaRPr lang="nl-BE"/>
          </a:p>
        </p:txBody>
      </p:sp>
      <p:pic>
        <p:nvPicPr>
          <p:cNvPr id="10" name="Afbeelding 9" descr="Afbeelding met Graphics, typografie, ontwerp&#10;&#10;Automatisch gegenereerde beschrijving">
            <a:extLst>
              <a:ext uri="{FF2B5EF4-FFF2-40B4-BE49-F238E27FC236}">
                <a16:creationId xmlns:a16="http://schemas.microsoft.com/office/drawing/2014/main" id="{989F9A73-96CE-FEED-DC36-96369D24ED6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 rot="16200000">
            <a:off x="-1124086" y="1600200"/>
            <a:ext cx="5014876" cy="2239200"/>
          </a:xfrm>
          <a:prstGeom prst="rect">
            <a:avLst/>
          </a:prstGeom>
        </p:spPr>
      </p:pic>
      <p:sp>
        <p:nvSpPr>
          <p:cNvPr id="17" name="Tijdelijke aanduiding voor datum 3">
            <a:extLst>
              <a:ext uri="{FF2B5EF4-FFF2-40B4-BE49-F238E27FC236}">
                <a16:creationId xmlns:a16="http://schemas.microsoft.com/office/drawing/2014/main" id="{98E7770F-9DD8-88A0-F8BC-6063FE0C1EB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440000" y="6210000"/>
            <a:ext cx="720000" cy="648000"/>
          </a:xfrm>
        </p:spPr>
        <p:txBody>
          <a:bodyPr/>
          <a:lstStyle/>
          <a:p>
            <a:fld id="{F36083C4-0128-1848-9178-37CE772A2A92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18" name="Tijdelijke aanduiding voor voettekst 4">
            <a:extLst>
              <a:ext uri="{FF2B5EF4-FFF2-40B4-BE49-F238E27FC236}">
                <a16:creationId xmlns:a16="http://schemas.microsoft.com/office/drawing/2014/main" id="{CB32BB89-83FA-D527-382C-95DAFF653D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052003" y="6210000"/>
            <a:ext cx="4993200" cy="648000"/>
          </a:xfrm>
        </p:spPr>
        <p:txBody>
          <a:bodyPr/>
          <a:lstStyle/>
          <a:p>
            <a:endParaRPr lang="nl-NL" dirty="0"/>
          </a:p>
        </p:txBody>
      </p:sp>
      <p:sp>
        <p:nvSpPr>
          <p:cNvPr id="19" name="Tijdelijke aanduiding voor dianummer 5">
            <a:extLst>
              <a:ext uri="{FF2B5EF4-FFF2-40B4-BE49-F238E27FC236}">
                <a16:creationId xmlns:a16="http://schemas.microsoft.com/office/drawing/2014/main" id="{07D528CB-9038-C329-9851-EDF0F253A3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76000" y="6210000"/>
            <a:ext cx="648000" cy="648000"/>
          </a:xfrm>
        </p:spPr>
        <p:txBody>
          <a:bodyPr/>
          <a:lstStyle/>
          <a:p>
            <a:fld id="{0A297500-7527-634B-90F4-69D0994C32B4}" type="slidenum">
              <a:rPr lang="nl-NL" smtClean="0"/>
              <a:t>‹#›</a:t>
            </a:fld>
            <a:endParaRPr lang="nl-NL" dirty="0"/>
          </a:p>
        </p:txBody>
      </p:sp>
      <p:sp>
        <p:nvSpPr>
          <p:cNvPr id="4" name="Tijdelijke aanduiding voor tekst 6">
            <a:extLst>
              <a:ext uri="{FF2B5EF4-FFF2-40B4-BE49-F238E27FC236}">
                <a16:creationId xmlns:a16="http://schemas.microsoft.com/office/drawing/2014/main" id="{2E78632D-E6A2-312C-C612-BDDFA57CA26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92931" y="4606219"/>
            <a:ext cx="11006137" cy="1112400"/>
          </a:xfrm>
        </p:spPr>
        <p:txBody>
          <a:bodyPr anchor="b" anchorCtr="0">
            <a:normAutofit/>
          </a:bodyPr>
          <a:lstStyle>
            <a:lvl1pPr>
              <a:defRPr sz="4500" b="1">
                <a:solidFill>
                  <a:srgbClr val="00407A"/>
                </a:solidFill>
              </a:defRPr>
            </a:lvl1pPr>
          </a:lstStyle>
          <a:p>
            <a:pPr lvl="0"/>
            <a:r>
              <a:rPr lang="nl-NL" dirty="0"/>
              <a:t>Klikken om een titel toe te voegen</a:t>
            </a:r>
            <a:endParaRPr lang="nl-BE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ekopSlo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5560608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ectiekop">
    <p:bg>
      <p:bgPr>
        <a:solidFill>
          <a:srgbClr val="CCD9E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Afbeelding 9" descr="Afbeelding met Graphics, typografie, ontwerp&#10;&#10;Automatisch gegenereerde beschrijving">
            <a:extLst>
              <a:ext uri="{FF2B5EF4-FFF2-40B4-BE49-F238E27FC236}">
                <a16:creationId xmlns:a16="http://schemas.microsoft.com/office/drawing/2014/main" id="{989F9A73-96CE-FEED-DC36-96369D24ED6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 rot="16200000">
            <a:off x="-1124086" y="1600200"/>
            <a:ext cx="5014876" cy="2239200"/>
          </a:xfrm>
          <a:prstGeom prst="rect">
            <a:avLst/>
          </a:prstGeom>
        </p:spPr>
      </p:pic>
      <p:sp>
        <p:nvSpPr>
          <p:cNvPr id="17" name="Tijdelijke aanduiding voor datum 3">
            <a:extLst>
              <a:ext uri="{FF2B5EF4-FFF2-40B4-BE49-F238E27FC236}">
                <a16:creationId xmlns:a16="http://schemas.microsoft.com/office/drawing/2014/main" id="{98E7770F-9DD8-88A0-F8BC-6063FE0C1EB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440000" y="6210000"/>
            <a:ext cx="720000" cy="648000"/>
          </a:xfrm>
        </p:spPr>
        <p:txBody>
          <a:bodyPr/>
          <a:lstStyle/>
          <a:p>
            <a:fld id="{63B68DE8-16AF-6C4B-B363-5E49424B6285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18" name="Tijdelijke aanduiding voor voettekst 4">
            <a:extLst>
              <a:ext uri="{FF2B5EF4-FFF2-40B4-BE49-F238E27FC236}">
                <a16:creationId xmlns:a16="http://schemas.microsoft.com/office/drawing/2014/main" id="{CB32BB89-83FA-D527-382C-95DAFF653D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052003" y="6210000"/>
            <a:ext cx="4993200" cy="648000"/>
          </a:xfrm>
        </p:spPr>
        <p:txBody>
          <a:bodyPr/>
          <a:lstStyle/>
          <a:p>
            <a:endParaRPr lang="nl-NL" dirty="0"/>
          </a:p>
        </p:txBody>
      </p:sp>
      <p:sp>
        <p:nvSpPr>
          <p:cNvPr id="19" name="Tijdelijke aanduiding voor dianummer 5">
            <a:extLst>
              <a:ext uri="{FF2B5EF4-FFF2-40B4-BE49-F238E27FC236}">
                <a16:creationId xmlns:a16="http://schemas.microsoft.com/office/drawing/2014/main" id="{07D528CB-9038-C329-9851-EDF0F253A3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76000" y="6210000"/>
            <a:ext cx="648000" cy="648000"/>
          </a:xfrm>
        </p:spPr>
        <p:txBody>
          <a:bodyPr/>
          <a:lstStyle/>
          <a:p>
            <a:fld id="{0A297500-7527-634B-90F4-69D0994C32B4}" type="slidenum">
              <a:rPr lang="nl-NL" smtClean="0"/>
              <a:t>‹#›</a:t>
            </a:fld>
            <a:endParaRPr lang="nl-NL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E17DC55D-D1B1-1B37-0FA6-BC0A9F8D3D9E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9878730" y="212361"/>
            <a:ext cx="1995256" cy="2992884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DEA3E9C-F85F-E456-8F44-A07EFD93DE10}"/>
              </a:ext>
            </a:extLst>
          </p:cNvPr>
          <p:cNvSpPr txBox="1"/>
          <p:nvPr userDrawn="1"/>
        </p:nvSpPr>
        <p:spPr>
          <a:xfrm>
            <a:off x="2816439" y="2591527"/>
            <a:ext cx="9630053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000" dirty="0">
                <a:solidFill>
                  <a:srgbClr val="00417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 would rather have</a:t>
            </a:r>
            <a:br>
              <a:rPr lang="en-US" sz="4000" dirty="0">
                <a:solidFill>
                  <a:srgbClr val="00417E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4000" dirty="0">
                <a:solidFill>
                  <a:srgbClr val="00417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questions that can't be answered</a:t>
            </a:r>
            <a:br>
              <a:rPr lang="en-US" sz="4000" dirty="0">
                <a:solidFill>
                  <a:srgbClr val="00417E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4000" dirty="0">
                <a:solidFill>
                  <a:srgbClr val="00417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than answers that can't be questioned.</a:t>
            </a:r>
            <a:endParaRPr lang="en-GB" sz="4000" dirty="0">
              <a:solidFill>
                <a:srgbClr val="00417E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BA611E3-78CC-6708-4696-D4D6D3D41049}"/>
              </a:ext>
            </a:extLst>
          </p:cNvPr>
          <p:cNvSpPr txBox="1"/>
          <p:nvPr userDrawn="1"/>
        </p:nvSpPr>
        <p:spPr>
          <a:xfrm>
            <a:off x="9068623" y="4765573"/>
            <a:ext cx="296892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400" dirty="0">
                <a:solidFill>
                  <a:srgbClr val="005E77"/>
                </a:solidFill>
              </a:rPr>
              <a:t>Richard P. Feynman</a:t>
            </a:r>
          </a:p>
        </p:txBody>
      </p:sp>
    </p:spTree>
    <p:extLst>
      <p:ext uri="{BB962C8B-B14F-4D97-AF65-F5344CB8AC3E}">
        <p14:creationId xmlns:p14="http://schemas.microsoft.com/office/powerpoint/2010/main" val="262729890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jdelijke aanduiding voor datum 1">
            <a:extLst>
              <a:ext uri="{FF2B5EF4-FFF2-40B4-BE49-F238E27FC236}">
                <a16:creationId xmlns:a16="http://schemas.microsoft.com/office/drawing/2014/main" id="{6235C20E-3391-4145-4D84-53842E905E6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440000" y="6210000"/>
            <a:ext cx="720000" cy="648000"/>
          </a:xfrm>
        </p:spPr>
        <p:txBody>
          <a:bodyPr/>
          <a:lstStyle/>
          <a:p>
            <a:fld id="{B93C70AB-10FC-774C-9E2D-C3FBC6B92CAF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5" name="Tijdelijke aanduiding voor voettekst 2">
            <a:extLst>
              <a:ext uri="{FF2B5EF4-FFF2-40B4-BE49-F238E27FC236}">
                <a16:creationId xmlns:a16="http://schemas.microsoft.com/office/drawing/2014/main" id="{78D2F004-28B6-C370-D870-67D28C32D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052003" y="6210000"/>
            <a:ext cx="4993200" cy="648000"/>
          </a:xfrm>
        </p:spPr>
        <p:txBody>
          <a:bodyPr/>
          <a:lstStyle/>
          <a:p>
            <a:endParaRPr lang="nl-NL" dirty="0"/>
          </a:p>
        </p:txBody>
      </p:sp>
      <p:sp>
        <p:nvSpPr>
          <p:cNvPr id="8" name="Tijdelijke aanduiding voor dianummer 3">
            <a:extLst>
              <a:ext uri="{FF2B5EF4-FFF2-40B4-BE49-F238E27FC236}">
                <a16:creationId xmlns:a16="http://schemas.microsoft.com/office/drawing/2014/main" id="{1AE2BA5A-EDBB-7957-59A2-5BB98B0C26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76000" y="6210000"/>
            <a:ext cx="648000" cy="648000"/>
          </a:xfrm>
        </p:spPr>
        <p:txBody>
          <a:bodyPr/>
          <a:lstStyle/>
          <a:p>
            <a:fld id="{0A297500-7527-634B-90F4-69D0994C32B4}" type="slidenum">
              <a:rPr lang="nl-NL" smtClean="0"/>
              <a:t>‹#›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95214852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Relationship Id="rId1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hthoek 8">
            <a:extLst>
              <a:ext uri="{FF2B5EF4-FFF2-40B4-BE49-F238E27FC236}">
                <a16:creationId xmlns:a16="http://schemas.microsoft.com/office/drawing/2014/main" id="{6BDB821E-3E44-1141-8C7B-FEB07B979251}"/>
              </a:ext>
            </a:extLst>
          </p:cNvPr>
          <p:cNvSpPr/>
          <p:nvPr userDrawn="1"/>
        </p:nvSpPr>
        <p:spPr>
          <a:xfrm>
            <a:off x="0" y="6210000"/>
            <a:ext cx="12193200" cy="648000"/>
          </a:xfrm>
          <a:prstGeom prst="rect">
            <a:avLst/>
          </a:prstGeom>
          <a:solidFill>
            <a:srgbClr val="001D4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nl-BE"/>
          </a:p>
        </p:txBody>
      </p:sp>
      <p:sp>
        <p:nvSpPr>
          <p:cNvPr id="2" name="Tijdelijke aanduiding voor titel 1"/>
          <p:cNvSpPr>
            <a:spLocks noGrp="1"/>
          </p:cNvSpPr>
          <p:nvPr>
            <p:ph type="title"/>
          </p:nvPr>
        </p:nvSpPr>
        <p:spPr>
          <a:xfrm>
            <a:off x="576000" y="576000"/>
            <a:ext cx="11041200" cy="1112675"/>
          </a:xfrm>
          <a:prstGeom prst="rect">
            <a:avLst/>
          </a:prstGeom>
        </p:spPr>
        <p:txBody>
          <a:bodyPr vert="horz" lIns="0" tIns="0" rIns="0" bIns="0" rtlCol="0" anchor="t" anchorCtr="0">
            <a:normAutofit/>
          </a:bodyPr>
          <a:lstStyle/>
          <a:p>
            <a:r>
              <a:rPr lang="nl-NL" dirty="0"/>
              <a:t>Titelstijl van model bewerken</a:t>
            </a:r>
          </a:p>
        </p:txBody>
      </p:sp>
      <p:sp>
        <p:nvSpPr>
          <p:cNvPr id="3" name="Tijdelijke aanduiding voor tekst 2"/>
          <p:cNvSpPr>
            <a:spLocks noGrp="1"/>
          </p:cNvSpPr>
          <p:nvPr>
            <p:ph type="body" idx="1"/>
          </p:nvPr>
        </p:nvSpPr>
        <p:spPr>
          <a:xfrm>
            <a:off x="576000" y="1836000"/>
            <a:ext cx="11041200" cy="4046910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nl-NL" dirty="0"/>
              <a:t>Klik om de tekststijl van het model te bewerken</a:t>
            </a:r>
          </a:p>
          <a:p>
            <a:pPr lvl="1"/>
            <a:r>
              <a:rPr lang="nl-NL" dirty="0"/>
              <a:t>Tweede niveau</a:t>
            </a:r>
          </a:p>
          <a:p>
            <a:pPr lvl="2"/>
            <a:r>
              <a:rPr lang="nl-NL" dirty="0"/>
              <a:t>Derde niveau</a:t>
            </a:r>
          </a:p>
          <a:p>
            <a:pPr lvl="3"/>
            <a:r>
              <a:rPr lang="nl-NL" dirty="0"/>
              <a:t>Vierde niveau</a:t>
            </a:r>
          </a:p>
          <a:p>
            <a:pPr lvl="4"/>
            <a:r>
              <a:rPr lang="nl-NL" dirty="0"/>
              <a:t>Vijfde niveau</a:t>
            </a:r>
          </a:p>
        </p:txBody>
      </p:sp>
      <p:sp>
        <p:nvSpPr>
          <p:cNvPr id="4" name="Tijdelijke aanduiding voor datum 3"/>
          <p:cNvSpPr>
            <a:spLocks noGrp="1"/>
          </p:cNvSpPr>
          <p:nvPr>
            <p:ph type="dt" sz="half" idx="2"/>
          </p:nvPr>
        </p:nvSpPr>
        <p:spPr>
          <a:xfrm>
            <a:off x="1440000" y="6210000"/>
            <a:ext cx="720000" cy="648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1000" baseline="0">
                <a:solidFill>
                  <a:schemeClr val="bg1"/>
                </a:solidFill>
                <a:latin typeface="Arial" charset="0"/>
              </a:defRPr>
            </a:lvl1pPr>
          </a:lstStyle>
          <a:p>
            <a:fld id="{7F6F9242-A3CF-2647-958A-D832101EE83D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5" name="Tijdelijke aanduiding voor voettekst 4"/>
          <p:cNvSpPr>
            <a:spLocks noGrp="1"/>
          </p:cNvSpPr>
          <p:nvPr>
            <p:ph type="ftr" sz="quarter" idx="3"/>
          </p:nvPr>
        </p:nvSpPr>
        <p:spPr>
          <a:xfrm>
            <a:off x="5052003" y="6210000"/>
            <a:ext cx="4993200" cy="648000"/>
          </a:xfrm>
          <a:prstGeom prst="rect">
            <a:avLst/>
          </a:prstGeom>
        </p:spPr>
        <p:txBody>
          <a:bodyPr vert="horz" lIns="0" tIns="0" rIns="180000" bIns="0" rtlCol="0" anchor="ctr"/>
          <a:lstStyle>
            <a:lvl1pPr algn="r">
              <a:defRPr sz="1000" baseline="0">
                <a:solidFill>
                  <a:schemeClr val="bg1"/>
                </a:solidFill>
                <a:latin typeface="Arial" charset="0"/>
              </a:defRPr>
            </a:lvl1pPr>
          </a:lstStyle>
          <a:p>
            <a:endParaRPr lang="nl-NL" dirty="0"/>
          </a:p>
        </p:txBody>
      </p:sp>
      <p:sp>
        <p:nvSpPr>
          <p:cNvPr id="6" name="Tijdelijke aanduiding voor dianummer 5"/>
          <p:cNvSpPr>
            <a:spLocks noGrp="1"/>
          </p:cNvSpPr>
          <p:nvPr>
            <p:ph type="sldNum" sz="quarter" idx="4"/>
          </p:nvPr>
        </p:nvSpPr>
        <p:spPr>
          <a:xfrm>
            <a:off x="576000" y="6210000"/>
            <a:ext cx="648000" cy="648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1000" baseline="0">
                <a:solidFill>
                  <a:schemeClr val="bg1"/>
                </a:solidFill>
                <a:latin typeface="Arial" charset="0"/>
              </a:defRPr>
            </a:lvl1pPr>
          </a:lstStyle>
          <a:p>
            <a:fld id="{0A297500-7527-634B-90F4-69D0994C32B4}" type="slidenum">
              <a:rPr lang="nl-NL" smtClean="0"/>
              <a:pPr/>
              <a:t>‹#›</a:t>
            </a:fld>
            <a:endParaRPr lang="nl-NL" dirty="0"/>
          </a:p>
        </p:txBody>
      </p:sp>
      <p:pic>
        <p:nvPicPr>
          <p:cNvPr id="7" name="Afbeelding 6" descr="Afbeelding met Lettertype, Graphics, logo, schermopname&#10;&#10;Automatisch gegenereerde beschrijving">
            <a:extLst>
              <a:ext uri="{FF2B5EF4-FFF2-40B4-BE49-F238E27FC236}">
                <a16:creationId xmlns:a16="http://schemas.microsoft.com/office/drawing/2014/main" id="{15E13232-C638-6951-DDA6-89141A14C296}"/>
              </a:ext>
            </a:extLst>
          </p:cNvPr>
          <p:cNvPicPr>
            <a:picLocks noChangeAspect="1"/>
          </p:cNvPicPr>
          <p:nvPr userDrawn="1"/>
        </p:nvPicPr>
        <p:blipFill>
          <a:blip r:embed="rId15"/>
          <a:stretch>
            <a:fillRect/>
          </a:stretch>
        </p:blipFill>
        <p:spPr>
          <a:xfrm>
            <a:off x="10290602" y="6357900"/>
            <a:ext cx="1655999" cy="3253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37559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64" r:id="rId3"/>
    <p:sldLayoutId id="2147483672" r:id="rId4"/>
    <p:sldLayoutId id="2147483671" r:id="rId5"/>
    <p:sldLayoutId id="2147483669" r:id="rId6"/>
    <p:sldLayoutId id="2147483668" r:id="rId7"/>
    <p:sldLayoutId id="2147483667" r:id="rId8"/>
    <p:sldLayoutId id="2147483665" r:id="rId9"/>
    <p:sldLayoutId id="2147483661" r:id="rId10"/>
    <p:sldLayoutId id="2147483666" r:id="rId11"/>
    <p:sldLayoutId id="2147483670" r:id="rId12"/>
    <p:sldLayoutId id="2147483651" r:id="rId13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500" b="1" i="0" kern="1200" baseline="0">
          <a:solidFill>
            <a:srgbClr val="00407A"/>
          </a:solidFill>
          <a:latin typeface="Arial" charset="0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Tx/>
        <a:buNone/>
        <a:defRPr sz="2800" kern="1200" baseline="0">
          <a:solidFill>
            <a:srgbClr val="00407A"/>
          </a:solidFill>
          <a:latin typeface="Arial" charset="0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400" kern="1200" baseline="0">
          <a:solidFill>
            <a:srgbClr val="00407A"/>
          </a:solidFill>
          <a:latin typeface="Arial" charset="0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000" kern="1200" baseline="0">
          <a:solidFill>
            <a:srgbClr val="00407A"/>
          </a:solidFill>
          <a:latin typeface="Arial" charset="0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 baseline="0">
          <a:solidFill>
            <a:srgbClr val="00407A"/>
          </a:solidFill>
          <a:latin typeface="Arial" charset="0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 baseline="0">
          <a:solidFill>
            <a:srgbClr val="00407A"/>
          </a:solidFill>
          <a:latin typeface="Arial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Spice simulatie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0" y="4114800"/>
            <a:ext cx="45720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>
                <a:solidFill>
                  <a:srgbClr val="FFFFFF"/>
                </a:solidFill>
              </a:defRPr>
            </a:pPr>
            <a:r>
              <a:t>Berekening van elektronische circuits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0" y="557784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>
                <a:solidFill>
                  <a:srgbClr val="FFFFFF"/>
                </a:solidFill>
              </a:defRPr>
            </a:pPr>
            <a:r>
              <a:t>Jan Genoe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576072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>
                <a:solidFill>
                  <a:srgbClr val="FFFFFF"/>
                </a:solidFill>
              </a:defRPr>
            </a:pPr>
            <a:r>
              <a:t>September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>
            <a:spAutoFit/>
          </a:bodyPr>
          <a:lstStyle/>
          <a:p>
            <a:pPr lvl="1"/>
            <a:r>
              <a:t>SPICE (Simulation Program for Integrated Circuits Emphasis) is een algemene analoge circuit simulator die kan gebruikt worden voor het voorspellen en controleren van het gedrag van circuits.</a:t>
            </a:r>
          </a:p>
          <a:p>
            <a:pPr lvl="1"/>
            <a:r>
              <a:t>Ontwikkeld in de 1970’s in Berkeley</a:t>
            </a:r>
          </a:p>
          <a:p>
            <a:pPr lvl="1"/>
            <a:r>
              <a:t>Op basis van de MNA analyse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Inleiding SPICE</a:t>
            </a:r>
            <a:endParaRPr sz="3200" b="1" i="0">
              <a:latin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>
            <a:spAutoFit/>
          </a:bodyPr>
          <a:lstStyle/>
          <a:p>
            <a:pPr lvl="1"/>
            <a:r>
              <a:t>Weerstand (R)</a:t>
            </a:r>
          </a:p>
          <a:p>
            <a:pPr lvl="1"/>
            <a:r>
              <a:t>Capaciteit (C)</a:t>
            </a:r>
          </a:p>
          <a:p>
            <a:pPr lvl="1"/>
            <a:r>
              <a:t>Spoel (L)</a:t>
            </a:r>
          </a:p>
          <a:p>
            <a:pPr lvl="1"/>
            <a:r>
              <a:t>Gekoppelde spoelen (K)</a:t>
            </a:r>
          </a:p>
          <a:p>
            <a:pPr lvl="1"/>
            <a:r>
              <a:t>Transmissie lijn</a:t>
            </a:r>
          </a:p>
          <a:p>
            <a:pPr lvl="2"/>
            <a:r>
              <a:t>zonder verliezen (T)</a:t>
            </a:r>
          </a:p>
          <a:p>
            <a:pPr lvl="2"/>
            <a:r>
              <a:t>met verliezen (O,Y,P)</a:t>
            </a:r>
          </a:p>
          <a:p>
            <a:pPr lvl="2"/>
            <a:r>
              <a:t>RC lijnen (U)</a:t>
            </a:r>
          </a:p>
          <a:p>
            <a:pPr lvl="1"/>
            <a:r>
              <a:t>Schakelaars</a:t>
            </a:r>
          </a:p>
          <a:p>
            <a:pPr lvl="2"/>
            <a:r>
              <a:t>gecontroleerd door spanning (S)</a:t>
            </a:r>
          </a:p>
          <a:p>
            <a:pPr lvl="2"/>
            <a:r>
              <a:t>gecontroleerd door stroom (W)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Beschikbare passieve componenten</a:t>
            </a:r>
            <a:endParaRPr sz="3200" b="1" i="0">
              <a:latin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>
            <a:spAutoFit/>
          </a:bodyPr>
          <a:lstStyle/>
          <a:p>
            <a:pPr lvl="1"/>
            <a:r>
              <a:t>Diodes (D)</a:t>
            </a:r>
          </a:p>
          <a:p>
            <a:pPr lvl="1"/>
            <a:r>
              <a:t>Bipolaire transistors (Q)</a:t>
            </a:r>
          </a:p>
          <a:p>
            <a:pPr lvl="1"/>
            <a:r>
              <a:t>MOS transistors (M)</a:t>
            </a:r>
          </a:p>
          <a:p>
            <a:pPr lvl="1"/>
            <a:r>
              <a:t>JFET (J)</a:t>
            </a:r>
          </a:p>
          <a:p>
            <a:pPr lvl="1"/>
            <a:r>
              <a:t>MESFET (Z)</a:t>
            </a:r>
          </a:p>
          <a:p>
            <a:pPr lvl="1"/>
            <a:r>
              <a:t>code models (A)</a:t>
            </a:r>
          </a:p>
          <a:p>
            <a:pPr lvl="1"/>
            <a:r>
              <a:t>subcircuits (X)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Beschikbare active componenten</a:t>
            </a:r>
            <a:endParaRPr sz="3200" b="1" i="0">
              <a:latin typeface="Arial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>
            <a:spAutoFit/>
          </a:bodyPr>
          <a:lstStyle/>
          <a:p>
            <a:pPr lvl="1"/>
            <a:r>
              <a:t>Onafhankelijke spanningsbron (V)</a:t>
            </a:r>
          </a:p>
          <a:p>
            <a:pPr lvl="1"/>
            <a:r>
              <a:t>Onafhankelijke stroombron (I)</a:t>
            </a:r>
          </a:p>
          <a:p>
            <a:pPr lvl="1"/>
            <a:r>
              <a:t>Spanningsgecontroleerde spanningsbron (E)</a:t>
            </a:r>
          </a:p>
          <a:p>
            <a:pPr lvl="1"/>
            <a:r>
              <a:t>Spanningsgecontroleerde stroombron (G)</a:t>
            </a:r>
          </a:p>
          <a:p>
            <a:pPr lvl="1"/>
            <a:r>
              <a:t>Stroomgecontroleerde spanningsbron (H)</a:t>
            </a:r>
          </a:p>
          <a:p>
            <a:pPr lvl="1"/>
            <a:r>
              <a:t>Stroomgecontroleerde stroombron (F)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2500" b="1" i="0">
                <a:latin typeface="Arial"/>
              </a:rPr>
              <a:t>Onafhankelijke en afhankelijke spanningsbronnen en stroombronnen</a:t>
            </a:r>
            <a:endParaRPr sz="2500" b="1" i="0">
              <a:latin typeface="Arial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>
            <a:spAutoFit/>
          </a:bodyPr>
          <a:lstStyle/>
          <a:p>
            <a:pPr lvl="1"/>
            <a:r>
              <a:t>Operating point analyse (.op)</a:t>
            </a:r>
          </a:p>
          <a:p>
            <a:pPr lvl="1"/>
            <a:r>
              <a:t>Niet-lineaire DC analyse  (.dc)</a:t>
            </a:r>
          </a:p>
          <a:p>
            <a:pPr lvl="1"/>
            <a:r>
              <a:t>Niet-lineaire transient analyse (.tran)</a:t>
            </a:r>
          </a:p>
          <a:p>
            <a:pPr lvl="1"/>
            <a:r>
              <a:t>Lineaire klein signaal AC Analyse (.ac)</a:t>
            </a:r>
          </a:p>
          <a:p>
            <a:pPr lvl="1"/>
            <a:r>
              <a:t>Pool en zero analyse (.pz)</a:t>
            </a:r>
          </a:p>
          <a:p>
            <a:pPr lvl="1"/>
            <a:r>
              <a:t>Noise analyse (.noise)</a:t>
            </a:r>
          </a:p>
          <a:p>
            <a:pPr lvl="1"/>
            <a:r>
              <a:t>Sensitiviteit analyse (.sens)</a:t>
            </a:r>
          </a:p>
          <a:p>
            <a:pPr lvl="1"/>
            <a:r>
              <a:t>Klein signaal distorsie analysis (.disto)</a:t>
            </a:r>
          </a:p>
          <a:p>
            <a:pPr lvl="1"/>
            <a:r>
              <a:t>Monte-Carlo analyse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Types van analyse</a:t>
            </a:r>
            <a:endParaRPr sz="3200" b="1" i="0">
              <a:latin typeface="Arial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>
            <a:spAutoFit/>
          </a:bodyPr>
          <a:lstStyle/>
          <a:p>
            <a:pPr lvl="1"/>
            <a:r>
              <a:t>atto (a)  10</a:t>
            </a:r>
            <a:r>
              <a:rPr sz="1800" baseline="45000"/>
              <a:t>-18</a:t>
            </a:r>
          </a:p>
          <a:p>
            <a:pPr lvl="1"/>
            <a:r>
              <a:t>femto (f)  10</a:t>
            </a:r>
            <a:r>
              <a:rPr sz="1800" baseline="45000"/>
              <a:t>-15</a:t>
            </a:r>
          </a:p>
          <a:p>
            <a:pPr lvl="1"/>
            <a:r>
              <a:t>pico (p)  10</a:t>
            </a:r>
            <a:r>
              <a:rPr sz="1800" baseline="45000"/>
              <a:t>-12</a:t>
            </a:r>
          </a:p>
          <a:p>
            <a:pPr lvl="1"/>
            <a:r>
              <a:t>nano (n)  10</a:t>
            </a:r>
            <a:r>
              <a:rPr sz="1800" baseline="45000"/>
              <a:t>-9</a:t>
            </a:r>
          </a:p>
          <a:p>
            <a:pPr lvl="1"/>
            <a:r>
              <a:t>micro (u)  10</a:t>
            </a:r>
            <a:r>
              <a:rPr sz="1800" baseline="45000"/>
              <a:t>-6</a:t>
            </a:r>
          </a:p>
          <a:p>
            <a:pPr lvl="1"/>
            <a:r>
              <a:t>milli (m)  10</a:t>
            </a:r>
            <a:r>
              <a:rPr sz="1800" baseline="45000"/>
              <a:t>-3</a:t>
            </a:r>
          </a:p>
          <a:p>
            <a:pPr lvl="1"/>
            <a:r>
              <a:t>kilo (k)  10</a:t>
            </a:r>
            <a:r>
              <a:rPr sz="1800" baseline="45000"/>
              <a:t>3</a:t>
            </a:r>
          </a:p>
          <a:p>
            <a:pPr lvl="1"/>
            <a:r>
              <a:t>mega (x) of (meg)  10</a:t>
            </a:r>
            <a:r>
              <a:rPr sz="1800" baseline="45000"/>
              <a:t>6</a:t>
            </a:r>
          </a:p>
          <a:p>
            <a:pPr lvl="1"/>
            <a:r>
              <a:t>giga (g)  10</a:t>
            </a:r>
            <a:r>
              <a:rPr sz="1800" baseline="45000"/>
              <a:t>9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Eenheden in spice</a:t>
            </a:r>
            <a:endParaRPr sz="3200" b="1" i="0">
              <a:latin typeface="Arial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Basisschema van de verschilversterker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9062" y="539496"/>
            <a:ext cx="7493876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Basisschema van de verschilversterker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5262" y="539496"/>
            <a:ext cx="7681475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lnSpc>
                <a:spcPts val="2400"/>
              </a:lnSpc>
              <a:defRPr>
                <a:solidFill>
                  <a:srgbClr val="FFFFFF"/>
                </a:solidFill>
              </a:defRPr>
            </a:pPr>
            <a:r>
              <a:rPr sz="2400" b="0" i="0">
                <a:latin typeface="Courier"/>
              </a:rPr>
              <a:t>* CIRCUIT Spice file van een verschilversterker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FFFFFF"/>
                </a:solidFill>
              </a:defRPr>
            </a:pPr>
            <a:r>
              <a:rPr sz="2400" b="0" i="0">
                <a:latin typeface="Courier"/>
              </a:rPr>
              <a:t>VDD    1 0 DC=5.0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FFFFFF"/>
                </a:solidFill>
              </a:defRPr>
            </a:pPr>
            <a:r>
              <a:rPr sz="2400" b="0" i="0">
                <a:latin typeface="Courier"/>
              </a:rPr>
              <a:t>VPLUS 10 0 DC=2.5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FFFFFF"/>
                </a:solidFill>
              </a:defRPr>
            </a:pPr>
            <a:r>
              <a:rPr sz="2400" b="0" i="0">
                <a:latin typeface="Courier"/>
              </a:rPr>
              <a:t>VMIN  11 0 SIN(2.5 50U 1E6) DC=2.5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FFFFFF"/>
                </a:solidFill>
              </a:defRPr>
            </a:pPr>
            <a:r>
              <a:rPr sz="2400" b="0" i="0">
                <a:latin typeface="Courier"/>
              </a:rPr>
              <a:t>VB    9 0 DC=1.5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FFFFFF"/>
                </a:solidFill>
              </a:defRPr>
            </a:pPr>
            <a:r>
              <a:rPr sz="2400" b="0" i="0">
                <a:latin typeface="Courier"/>
              </a:rPr>
              <a:t>C3     3 0   5.914fF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FFFFFF"/>
                </a:solidFill>
              </a:defRPr>
            </a:pPr>
            <a:r>
              <a:rPr sz="2400" b="0" i="0">
                <a:latin typeface="Courier"/>
              </a:rPr>
              <a:t>C4     4 0  14.737fF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FFFFFF"/>
                </a:solidFill>
              </a:defRPr>
            </a:pPr>
            <a:r>
              <a:rPr sz="2400" b="0" i="0">
                <a:latin typeface="Courier"/>
              </a:rPr>
              <a:t>C5     5 0  10.124fF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FFFFFF"/>
                </a:solidFill>
              </a:defRPr>
            </a:pPr>
            <a:r>
              <a:rPr sz="2400" b="0" i="0">
                <a:latin typeface="Courier"/>
              </a:rPr>
              <a:t>C6     6 0  14.434fF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FFFFFF"/>
                </a:solidFill>
              </a:defRPr>
            </a:pPr>
            <a:r>
              <a:rPr sz="2400" b="0" i="0">
                <a:latin typeface="Courier"/>
              </a:rPr>
              <a:t>C8     8 0   7.919fF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FFFFFF"/>
                </a:solidFill>
              </a:defRPr>
            </a:pPr>
            <a:r>
              <a:rPr sz="2400" b="0" i="0">
                <a:latin typeface="Courier"/>
              </a:rPr>
              <a:t>C9     9 0  15.257fF</a:t>
            </a:r>
            <a:endParaRPr sz="2400" b="0" i="0">
              <a:latin typeface="Courier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Spice beschrijving</a:t>
            </a:r>
            <a:endParaRPr sz="3200" b="1" i="0">
              <a:latin typeface="Arial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lnSpc>
                <a:spcPts val="2400"/>
              </a:lnSpc>
              <a:defRPr>
                <a:solidFill>
                  <a:srgbClr val="FFFFFF"/>
                </a:solidFill>
              </a:defRPr>
            </a:pPr>
            <a:r>
              <a:rPr sz="2400" b="0" i="0">
                <a:latin typeface="Courier"/>
              </a:rPr>
              <a:t>C10   10 0 1.872fF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FFFFFF"/>
                </a:solidFill>
              </a:defRPr>
            </a:pPr>
            <a:r>
              <a:rPr sz="2400" b="0" i="0">
                <a:latin typeface="Courier"/>
              </a:rPr>
              <a:t>C11   11 0 1.688fF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FFFFFF"/>
                </a:solidFill>
              </a:defRPr>
            </a:pPr>
            <a:r>
              <a:rPr sz="2400" b="0" i="0">
                <a:latin typeface="Courier"/>
              </a:rPr>
              <a:t>C25    1 5  1fF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FFFFFF"/>
                </a:solidFill>
              </a:defRPr>
            </a:pPr>
            <a:r>
              <a:rPr sz="2400" b="0" i="0">
                <a:latin typeface="Courier"/>
              </a:rPr>
              <a:t>MN1 3 5 0 0  NMOS w=1.50u L=0.50u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FFFFFF"/>
                </a:solidFill>
              </a:defRPr>
            </a:pPr>
            <a:r>
              <a:rPr sz="2400" b="0" i="0">
                <a:latin typeface="Courier"/>
              </a:rPr>
              <a:t>MN2 0 5 5 0  NMOS w=1.50u L=0.50u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FFFFFF"/>
                </a:solidFill>
              </a:defRPr>
            </a:pPr>
            <a:r>
              <a:rPr sz="2400" b="0" i="0">
                <a:latin typeface="Courier"/>
              </a:rPr>
              <a:t>MN3 8 10 4 0 NMOS w=1.50u L=0.50U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FFFFFF"/>
                </a:solidFill>
              </a:defRPr>
            </a:pPr>
            <a:r>
              <a:rPr sz="2400" b="0" i="0">
                <a:latin typeface="Courier"/>
              </a:rPr>
              <a:t>MN4 0 9 8 0  NMOS w=4.50u L=0.50U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FFFFFF"/>
                </a:solidFill>
              </a:defRPr>
            </a:pPr>
            <a:r>
              <a:rPr sz="2400" b="0" i="0">
                <a:latin typeface="Courier"/>
              </a:rPr>
              <a:t>MN5 6 11 8 0 NMOS w=1.50u L=0.50U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FFFFFF"/>
                </a:solidFill>
              </a:defRPr>
            </a:pPr>
            <a:r>
              <a:rPr sz="2400" b="0" i="0">
                <a:latin typeface="Courier"/>
              </a:rPr>
              <a:t>MP1 1 4 3 1  PMOS w=3.50u L=0.50U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FFFFFF"/>
                </a:solidFill>
              </a:defRPr>
            </a:pPr>
            <a:r>
              <a:rPr sz="2400" b="0" i="0">
                <a:latin typeface="Courier"/>
              </a:rPr>
              <a:t>MP2 4 4 1 1  PMOS w=3.50u L=0.50U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FFFFFF"/>
                </a:solidFill>
              </a:defRPr>
            </a:pPr>
            <a:r>
              <a:rPr sz="2400" b="0" i="0">
                <a:latin typeface="Courier"/>
              </a:rPr>
              <a:t>MP3 1 6 5 1  PMOS w=3.50u L=0.50U</a:t>
            </a:r>
            <a:endParaRPr sz="2400" b="0" i="0">
              <a:latin typeface="Courier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Spice beschrijving</a:t>
            </a:r>
            <a:endParaRPr sz="3200" b="1" i="0">
              <a:latin typeface="Arial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lnSpc>
                <a:spcPts val="2400"/>
              </a:lnSpc>
              <a:defRPr>
                <a:solidFill>
                  <a:srgbClr val="FFFFFF"/>
                </a:solidFill>
              </a:defRPr>
            </a:pPr>
            <a:r>
              <a:rPr sz="2400" b="0" i="0">
                <a:latin typeface="Courier"/>
              </a:rPr>
              <a:t>MP4 6 6 1 1  PMOS w=3.50u L=0.50U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FFFFFF"/>
                </a:solidFill>
              </a:defRPr>
            </a:pPr>
            <a:r>
              <a:rPr sz="2400" b="0" i="0">
                <a:latin typeface="Courier"/>
              </a:rPr>
              <a:t>.MODEL NMOS NMOS(LEVEL=1 VTO=0.50 KP=90.000E-6 LAMBDA=0.001)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FFFFFF"/>
                </a:solidFill>
              </a:defRPr>
            </a:pPr>
            <a:r>
              <a:rPr sz="2400" b="0" i="0">
                <a:latin typeface="Courier"/>
              </a:rPr>
              <a:t>.MODEL PMOS PMOS(LEVEL=1 VTO=-0.45 KP=55.000E-6 LAMBDA=0.001)</a:t>
            </a:r>
            <a:endParaRPr sz="2400" b="0" i="0">
              <a:latin typeface="Courier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Spice beschrijving</a:t>
            </a:r>
            <a:endParaRPr sz="3200" b="1" i="0">
              <a:latin typeface="Arial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lnSpc>
                <a:spcPts val="2400"/>
              </a:lnSpc>
              <a:defRPr>
                <a:solidFill>
                  <a:srgbClr val="FFFFFF"/>
                </a:solidFill>
              </a:defRPr>
            </a:pPr>
            <a:r>
              <a:rPr sz="2400" b="0" i="0">
                <a:latin typeface="Courier"/>
              </a:rPr>
              <a:t>MN1 3 5 0 0  NMOS w=1.50u L=0.50u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FFFFFF"/>
                </a:solidFill>
              </a:defRPr>
            </a:pPr>
            <a:r>
              <a:rPr sz="2400" b="0" i="0">
                <a:latin typeface="Courier"/>
              </a:rPr>
              <a:t>MN2 0 5 5 0  NMOS w=1.50u L=0.50u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FFFFFF"/>
                </a:solidFill>
              </a:defRPr>
            </a:pPr>
            <a:r>
              <a:rPr sz="2400" b="0" i="0">
                <a:latin typeface="Courier"/>
              </a:rPr>
              <a:t>MN3 8 10 4 0 NMOS w=1.50u L=0.50U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FFFFFF"/>
                </a:solidFill>
              </a:defRPr>
            </a:pPr>
            <a:r>
              <a:rPr sz="2400" b="0" i="0">
                <a:latin typeface="Courier"/>
              </a:rPr>
              <a:t>MN4 0 9 8 0  NMOS w=4.50u L=0.50U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FFFFFF"/>
                </a:solidFill>
              </a:defRPr>
            </a:pPr>
            <a:r>
              <a:rPr sz="2400" b="0" i="0">
                <a:latin typeface="Courier"/>
              </a:rPr>
              <a:t>MN5 6 11 8 0 NMOS w=1.50u L=0.50U</a:t>
            </a:r>
            <a:endParaRPr sz="2400" b="0" i="0">
              <a:latin typeface="Courier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nMOS transistors</a:t>
            </a:r>
            <a:endParaRPr sz="3200" b="1" i="0">
              <a:latin typeface="Arial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nMOS transistors van de verschilversterker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463" y="539496"/>
            <a:ext cx="11005073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lnSpc>
                <a:spcPts val="2400"/>
              </a:lnSpc>
              <a:defRPr>
                <a:solidFill>
                  <a:srgbClr val="FFFFFF"/>
                </a:solidFill>
              </a:defRPr>
            </a:pPr>
            <a:r>
              <a:rPr sz="2400" b="0" i="0">
                <a:latin typeface="Courier"/>
              </a:rPr>
              <a:t>MP1 1 4 3 1  PMOS w=3.50u L=0.50U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FFFFFF"/>
                </a:solidFill>
              </a:defRPr>
            </a:pPr>
            <a:r>
              <a:rPr sz="2400" b="0" i="0">
                <a:latin typeface="Courier"/>
              </a:rPr>
              <a:t>MP2 4 4 1 1  PMOS w=3.50u L=0.50U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FFFFFF"/>
                </a:solidFill>
              </a:defRPr>
            </a:pPr>
            <a:r>
              <a:rPr sz="2400" b="0" i="0">
                <a:latin typeface="Courier"/>
              </a:rPr>
              <a:t>MP3 1 6 5 1  PMOS w=3.50u L=0.50U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FFFFFF"/>
                </a:solidFill>
              </a:defRPr>
            </a:pPr>
            <a:r>
              <a:rPr sz="2400" b="0" i="0">
                <a:latin typeface="Courier"/>
              </a:rPr>
              <a:t>MP4 6 6 1 1  PMOS w=3.50u L=0.50U</a:t>
            </a:r>
            <a:endParaRPr sz="2400" b="0" i="0">
              <a:latin typeface="Courier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pMOS transistors van de verschilversterker</a:t>
            </a:r>
            <a:endParaRPr sz="3200" b="1" i="0">
              <a:latin typeface="Arial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pMOS transistors van de verschilversterker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39496"/>
            <a:ext cx="12192000" cy="4145279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lnSpc>
                <a:spcPts val="2400"/>
              </a:lnSpc>
              <a:defRPr>
                <a:solidFill>
                  <a:srgbClr val="FFFFFF"/>
                </a:solidFill>
              </a:defRPr>
            </a:pPr>
            <a:r>
              <a:rPr sz="2400" b="0" i="0">
                <a:latin typeface="Courier"/>
              </a:rPr>
              <a:t>.MODEL NMOS NMOS(LEVEL=1 VTO=0.50 KP=90.000E-6 LAMBDA=0.001)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FFFFFF"/>
                </a:solidFill>
              </a:defRPr>
            </a:pPr>
            <a:r>
              <a:rPr sz="2400" b="0" i="0">
                <a:latin typeface="Courier"/>
              </a:rPr>
              <a:t>.MODEL PMOS PMOS(LEVEL=1 VTO=-0.45 KP=55.000E-6 LAMBDA=0.001)</a:t>
            </a:r>
            <a:endParaRPr sz="2400" b="0" i="0">
              <a:latin typeface="Courier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Eenvoudige transistormodellen</a:t>
            </a:r>
            <a:endParaRPr sz="3200" b="1" i="0">
              <a:latin typeface="Arial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Simulatie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3031" y="539496"/>
            <a:ext cx="11405937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theme/theme1.xml><?xml version="1.0" encoding="utf-8"?>
<a:theme xmlns:a="http://schemas.openxmlformats.org/drawingml/2006/main" name="KULeuvenThema600jaar">
  <a:themeElements>
    <a:clrScheme name="KU Leuven 600-jaar">
      <a:dk1>
        <a:srgbClr val="001D41"/>
      </a:dk1>
      <a:lt1>
        <a:sysClr val="window" lastClr="FFFFFF"/>
      </a:lt1>
      <a:dk2>
        <a:srgbClr val="2F4D5D"/>
      </a:dk2>
      <a:lt2>
        <a:srgbClr val="CCD9E5"/>
      </a:lt2>
      <a:accent1>
        <a:srgbClr val="2F4D5D"/>
      </a:accent1>
      <a:accent2>
        <a:srgbClr val="1D8DB0"/>
      </a:accent2>
      <a:accent3>
        <a:srgbClr val="52BDEC"/>
      </a:accent3>
      <a:accent4>
        <a:srgbClr val="87C0BD"/>
      </a:accent4>
      <a:accent5>
        <a:srgbClr val="D4776E"/>
      </a:accent5>
      <a:accent6>
        <a:srgbClr val="E4DA3E"/>
      </a:accent6>
      <a:hlink>
        <a:srgbClr val="001D41"/>
      </a:hlink>
      <a:folHlink>
        <a:srgbClr val="52BDEC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-the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-the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81d41a3b-f33d-4db6-b532-757106a7a2ae">
      <Terms xmlns="http://schemas.microsoft.com/office/infopath/2007/PartnerControls"/>
    </lcf76f155ced4ddcb4097134ff3c332f>
    <TaxCatchAll xmlns="bf25a9bf-a811-4965-9d0a-b88059080fed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B8C495A181F81B4C9DE5AD85CD0F70D4" ma:contentTypeVersion="18" ma:contentTypeDescription="Een nieuw document maken." ma:contentTypeScope="" ma:versionID="6ba28a59cba4a02a693681f32745d77b">
  <xsd:schema xmlns:xsd="http://www.w3.org/2001/XMLSchema" xmlns:xs="http://www.w3.org/2001/XMLSchema" xmlns:p="http://schemas.microsoft.com/office/2006/metadata/properties" xmlns:ns2="81d41a3b-f33d-4db6-b532-757106a7a2ae" xmlns:ns3="bf25a9bf-a811-4965-9d0a-b88059080fed" targetNamespace="http://schemas.microsoft.com/office/2006/metadata/properties" ma:root="true" ma:fieldsID="b996b4a4c0d83f5cfec71b22aba921d2" ns2:_="" ns3:_="">
    <xsd:import namespace="81d41a3b-f33d-4db6-b532-757106a7a2ae"/>
    <xsd:import namespace="bf25a9bf-a811-4965-9d0a-b88059080fed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ServiceOCR" minOccurs="0"/>
                <xsd:element ref="ns2:MediaServiceAutoKeyPoints" minOccurs="0"/>
                <xsd:element ref="ns2:MediaServiceKeyPoints" minOccurs="0"/>
                <xsd:element ref="ns3:SharedWithUsers" minOccurs="0"/>
                <xsd:element ref="ns3:SharedWithDetails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bjectDetectorVersions" minOccurs="0"/>
                <xsd:element ref="ns2:MediaServiceSearchProperties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1d41a3b-f33d-4db6-b532-757106a7a2a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GenerationTime" ma:index="11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3" nillable="true" ma:displayName="MediaServiceDateTaken" ma:hidden="true" ma:internalName="MediaServiceDateTaken" ma:readOnly="true">
      <xsd:simpleType>
        <xsd:restriction base="dms:Text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AutoKeyPoints" ma:index="15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6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19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1" nillable="true" ma:taxonomy="true" ma:internalName="lcf76f155ced4ddcb4097134ff3c332f" ma:taxonomyFieldName="MediaServiceImageTags" ma:displayName="Afbeeldingtags" ma:readOnly="false" ma:fieldId="{5cf76f15-5ced-4ddc-b409-7134ff3c332f}" ma:taxonomyMulti="true" ma:sspId="8b6fc0cd-01fe-45a4-a6f7-42bcc5426b53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3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4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Location" ma:index="25" nillable="true" ma:displayName="Location" ma:indexed="true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f25a9bf-a811-4965-9d0a-b88059080fed" elementFormDefault="qualified">
    <xsd:import namespace="http://schemas.microsoft.com/office/2006/documentManagement/types"/>
    <xsd:import namespace="http://schemas.microsoft.com/office/infopath/2007/PartnerControls"/>
    <xsd:element name="SharedWithUsers" ma:index="17" nillable="true" ma:displayName="Gedeeld met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8" nillable="true" ma:displayName="Gedeeld met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2" nillable="true" ma:displayName="Taxonomy Catch All Column" ma:hidden="true" ma:list="{055f8838-efd9-4f0c-8182-7a796d537cb6}" ma:internalName="TaxCatchAll" ma:showField="CatchAllData" ma:web="bf25a9bf-a811-4965-9d0a-b88059080fed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oudstype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5EE9034D-0B43-4AB0-9535-9A62DB37A999}">
  <ds:schemaRefs>
    <ds:schemaRef ds:uri="http://www.w3.org/XML/1998/namespace"/>
    <ds:schemaRef ds:uri="81d41a3b-f33d-4db6-b532-757106a7a2ae"/>
    <ds:schemaRef ds:uri="http://purl.org/dc/dcmitype/"/>
    <ds:schemaRef ds:uri="http://purl.org/dc/elements/1.1/"/>
    <ds:schemaRef ds:uri="http://schemas.microsoft.com/office/2006/documentManagement/types"/>
    <ds:schemaRef ds:uri="bf25a9bf-a811-4965-9d0a-b88059080fed"/>
    <ds:schemaRef ds:uri="http://purl.org/dc/terms/"/>
    <ds:schemaRef ds:uri="http://schemas.microsoft.com/office/infopath/2007/PartnerControls"/>
    <ds:schemaRef ds:uri="http://schemas.openxmlformats.org/package/2006/metadata/core-properties"/>
    <ds:schemaRef ds:uri="http://schemas.microsoft.com/office/2006/metadata/properties"/>
  </ds:schemaRefs>
</ds:datastoreItem>
</file>

<file path=customXml/itemProps2.xml><?xml version="1.0" encoding="utf-8"?>
<ds:datastoreItem xmlns:ds="http://schemas.openxmlformats.org/officeDocument/2006/customXml" ds:itemID="{263A7949-1B93-457F-8888-53CC8A016F77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2A270F01-48F1-4A41-8E26-ACAC6689696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81d41a3b-f33d-4db6-b532-757106a7a2ae"/>
    <ds:schemaRef ds:uri="bf25a9bf-a811-4965-9d0a-b88059080fed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261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3" baseType="lpstr">
      <vt:lpstr>Arial</vt:lpstr>
      <vt:lpstr>Calibri</vt:lpstr>
      <vt:lpstr>KULeuvenThema600jaar</vt:lpstr>
    </vt:vector>
  </TitlesOfParts>
  <Manager/>
  <Company>KULeuven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PowerPoint-presentatie</dc:title>
  <dc:subject/>
  <dc:creator>jan.genoe@kuleuven.be</dc:creator>
  <cp:keywords/>
  <dc:description/>
  <cp:lastModifiedBy>Jan Genoe</cp:lastModifiedBy>
  <cp:revision>17</cp:revision>
  <dcterms:created xsi:type="dcterms:W3CDTF">2017-06-28T07:18:12Z</dcterms:created>
  <dcterms:modified xsi:type="dcterms:W3CDTF">2025-10-11T17:51:24Z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0x010100B8C495A181F81B4C9DE5AD85CD0F70D4</vt:lpwstr>
  </property>
  <property fmtid="{D5CDD505-2E9C-101B-9397-08002B2CF9AE}" pid="3" name="MediaServiceImageTags">
    <vt:lpwstr/>
  </property>
  <property fmtid="{D5CDD505-2E9C-101B-9397-08002B2CF9AE}" pid="4" name="MSIP_Label_f0eba32c-0974-4663-a3a1-3cd8c30938e9_Enabled">
    <vt:lpwstr>true</vt:lpwstr>
  </property>
  <property fmtid="{D5CDD505-2E9C-101B-9397-08002B2CF9AE}" pid="5" name="MSIP_Label_f0eba32c-0974-4663-a3a1-3cd8c30938e9_SetDate">
    <vt:lpwstr>2025-09-20T11:19:19Z</vt:lpwstr>
  </property>
  <property fmtid="{D5CDD505-2E9C-101B-9397-08002B2CF9AE}" pid="6" name="MSIP_Label_f0eba32c-0974-4663-a3a1-3cd8c30938e9_Method">
    <vt:lpwstr>Privileged</vt:lpwstr>
  </property>
  <property fmtid="{D5CDD505-2E9C-101B-9397-08002B2CF9AE}" pid="7" name="MSIP_Label_f0eba32c-0974-4663-a3a1-3cd8c30938e9_Name">
    <vt:lpwstr>Public - General - Unmarked</vt:lpwstr>
  </property>
  <property fmtid="{D5CDD505-2E9C-101B-9397-08002B2CF9AE}" pid="8" name="MSIP_Label_f0eba32c-0974-4663-a3a1-3cd8c30938e9_SiteId">
    <vt:lpwstr>a72d5a72-25ee-40f0-9bd1-067cb5b770d4</vt:lpwstr>
  </property>
  <property fmtid="{D5CDD505-2E9C-101B-9397-08002B2CF9AE}" pid="9" name="MSIP_Label_f0eba32c-0974-4663-a3a1-3cd8c30938e9_ActionId">
    <vt:lpwstr>9a0ea56e-4970-4b94-8005-5d7be7d11852</vt:lpwstr>
  </property>
  <property fmtid="{D5CDD505-2E9C-101B-9397-08002B2CF9AE}" pid="10" name="MSIP_Label_f0eba32c-0974-4663-a3a1-3cd8c30938e9_ContentBits">
    <vt:lpwstr>0</vt:lpwstr>
  </property>
  <property fmtid="{D5CDD505-2E9C-101B-9397-08002B2CF9AE}" pid="11" name="MSIP_Label_f0eba32c-0974-4663-a3a1-3cd8c30938e9_Tag">
    <vt:lpwstr>10, 0, 1, 1</vt:lpwstr>
  </property>
</Properties>
</file>