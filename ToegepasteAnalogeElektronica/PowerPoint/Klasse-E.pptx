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5"/>
  </p:notesMasterIdLst>
  <p:handoutMasterIdLst>
    <p:handoutMasterId r:id="rId6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  <p:sldId id="287" r:id="rId44"/>
    <p:sldId id="288" r:id="rId45"/>
    <p:sldId id="289" r:id="rId46"/>
    <p:sldId id="290" r:id="rId47"/>
    <p:sldId id="291" r:id="rId48"/>
    <p:sldId id="292" r:id="rId49"/>
    <p:sldId id="293" r:id="rId50"/>
    <p:sldId id="294" r:id="rId51"/>
    <p:sldId id="295" r:id="rId52"/>
    <p:sldId id="296" r:id="rId53"/>
    <p:sldId id="297" r:id="rId54"/>
    <p:sldId id="298" r:id="rId55"/>
    <p:sldId id="299" r:id="rId56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D41"/>
    <a:srgbClr val="00407A"/>
    <a:srgbClr val="00417E"/>
    <a:srgbClr val="CCD9E5"/>
    <a:srgbClr val="1D8DB0"/>
    <a:srgbClr val="2F4D5D"/>
    <a:srgbClr val="DCE7F0"/>
    <a:srgbClr val="005E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45133F-5F20-694B-80A0-FFA82CA13C3D}" v="6" dt="2025-01-15T14:53:06.6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76" autoAdjust="0"/>
    <p:restoredTop sz="94635"/>
  </p:normalViewPr>
  <p:slideViewPr>
    <p:cSldViewPr snapToGrid="0">
      <p:cViewPr>
        <p:scale>
          <a:sx n="100" d="100"/>
          <a:sy n="100" d="100"/>
        </p:scale>
        <p:origin x="2008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6/11/relationships/changesInfo" Target="changesInfos/changesInfo1.xml"/><Relationship Id="rId12" Type="http://schemas.microsoft.com/office/2015/10/relationships/revisionInfo" Target="revisionInfo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slide" Target="slides/slide28.xml"/><Relationship Id="rId41" Type="http://schemas.openxmlformats.org/officeDocument/2006/relationships/slide" Target="slides/slide29.xml"/><Relationship Id="rId42" Type="http://schemas.openxmlformats.org/officeDocument/2006/relationships/slide" Target="slides/slide30.xml"/><Relationship Id="rId43" Type="http://schemas.openxmlformats.org/officeDocument/2006/relationships/slide" Target="slides/slide31.xml"/><Relationship Id="rId44" Type="http://schemas.openxmlformats.org/officeDocument/2006/relationships/slide" Target="slides/slide32.xml"/><Relationship Id="rId45" Type="http://schemas.openxmlformats.org/officeDocument/2006/relationships/slide" Target="slides/slide33.xml"/><Relationship Id="rId46" Type="http://schemas.openxmlformats.org/officeDocument/2006/relationships/slide" Target="slides/slide34.xml"/><Relationship Id="rId47" Type="http://schemas.openxmlformats.org/officeDocument/2006/relationships/slide" Target="slides/slide35.xml"/><Relationship Id="rId48" Type="http://schemas.openxmlformats.org/officeDocument/2006/relationships/slide" Target="slides/slide36.xml"/><Relationship Id="rId49" Type="http://schemas.openxmlformats.org/officeDocument/2006/relationships/slide" Target="slides/slide37.xml"/><Relationship Id="rId50" Type="http://schemas.openxmlformats.org/officeDocument/2006/relationships/slide" Target="slides/slide38.xml"/><Relationship Id="rId51" Type="http://schemas.openxmlformats.org/officeDocument/2006/relationships/slide" Target="slides/slide39.xml"/><Relationship Id="rId52" Type="http://schemas.openxmlformats.org/officeDocument/2006/relationships/slide" Target="slides/slide40.xml"/><Relationship Id="rId53" Type="http://schemas.openxmlformats.org/officeDocument/2006/relationships/slide" Target="slides/slide41.xml"/><Relationship Id="rId54" Type="http://schemas.openxmlformats.org/officeDocument/2006/relationships/slide" Target="slides/slide42.xml"/><Relationship Id="rId55" Type="http://schemas.openxmlformats.org/officeDocument/2006/relationships/slide" Target="slides/slide43.xml"/><Relationship Id="rId56" Type="http://schemas.openxmlformats.org/officeDocument/2006/relationships/slide" Target="slides/slide4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el Titeca" userId="e309ecbf-1eb1-4781-a08b-88c329732184" providerId="ADAL" clId="{E21B21D8-D0A4-3F40-8E97-8C10D55D8AD9}"/>
    <pc:docChg chg="undo custSel addSld delSld modSld modMainMaster">
      <pc:chgData name="Karel Titeca" userId="e309ecbf-1eb1-4781-a08b-88c329732184" providerId="ADAL" clId="{E21B21D8-D0A4-3F40-8E97-8C10D55D8AD9}" dt="2025-01-10T09:12:25.370" v="82" actId="2696"/>
      <pc:docMkLst>
        <pc:docMk/>
      </pc:docMkLst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271260813" sldId="267"/>
        </pc:sldMkLst>
      </pc:sldChg>
      <pc:sldChg chg="del setBg">
        <pc:chgData name="Karel Titeca" userId="e309ecbf-1eb1-4781-a08b-88c329732184" providerId="ADAL" clId="{E21B21D8-D0A4-3F40-8E97-8C10D55D8AD9}" dt="2025-01-09T13:35:50.278" v="48" actId="2696"/>
        <pc:sldMkLst>
          <pc:docMk/>
          <pc:sldMk cId="508426678" sldId="271"/>
        </pc:sldMkLst>
      </pc:sldChg>
      <pc:sldChg chg="addSp delSp modSp mod chgLayout">
        <pc:chgData name="Karel Titeca" userId="e309ecbf-1eb1-4781-a08b-88c329732184" providerId="ADAL" clId="{E21B21D8-D0A4-3F40-8E97-8C10D55D8AD9}" dt="2025-01-10T09:08:36.639" v="78" actId="931"/>
        <pc:sldMkLst>
          <pc:docMk/>
          <pc:sldMk cId="1969548842" sldId="272"/>
        </pc:sldMkLst>
        <pc:spChg chg="add mod ord">
          <ac:chgData name="Karel Titeca" userId="e309ecbf-1eb1-4781-a08b-88c329732184" providerId="ADAL" clId="{E21B21D8-D0A4-3F40-8E97-8C10D55D8AD9}" dt="2025-01-09T13:41:41.789" v="74" actId="700"/>
          <ac:spMkLst>
            <pc:docMk/>
            <pc:sldMk cId="1969548842" sldId="272"/>
            <ac:spMk id="21" creationId="{DF82E9FA-B200-B169-064F-EF43B636FD1A}"/>
          </ac:spMkLst>
        </pc:spChg>
        <pc:picChg chg="add mod">
          <ac:chgData name="Karel Titeca" userId="e309ecbf-1eb1-4781-a08b-88c329732184" providerId="ADAL" clId="{E21B21D8-D0A4-3F40-8E97-8C10D55D8AD9}" dt="2025-01-10T09:08:36.639" v="78" actId="931"/>
          <ac:picMkLst>
            <pc:docMk/>
            <pc:sldMk cId="1969548842" sldId="272"/>
            <ac:picMk id="5" creationId="{8A6B8130-7EF4-8DFD-935B-5EAA169EE541}"/>
          </ac:picMkLst>
        </pc:picChg>
      </pc:sldChg>
      <pc:sldChg chg="del setBg">
        <pc:chgData name="Karel Titeca" userId="e309ecbf-1eb1-4781-a08b-88c329732184" providerId="ADAL" clId="{E21B21D8-D0A4-3F40-8E97-8C10D55D8AD9}" dt="2025-01-09T13:35:50.278" v="48" actId="2696"/>
        <pc:sldMkLst>
          <pc:docMk/>
          <pc:sldMk cId="615588416" sldId="273"/>
        </pc:sldMkLst>
      </pc:sldChg>
      <pc:sldChg chg="new del">
        <pc:chgData name="Karel Titeca" userId="e309ecbf-1eb1-4781-a08b-88c329732184" providerId="ADAL" clId="{E21B21D8-D0A4-3F40-8E97-8C10D55D8AD9}" dt="2025-01-10T09:12:25.370" v="82" actId="2696"/>
        <pc:sldMkLst>
          <pc:docMk/>
          <pc:sldMk cId="3841677715" sldId="273"/>
        </pc:sldMkLst>
      </pc:sldChg>
      <pc:sldChg chg="new del">
        <pc:chgData name="Karel Titeca" userId="e309ecbf-1eb1-4781-a08b-88c329732184" providerId="ADAL" clId="{E21B21D8-D0A4-3F40-8E97-8C10D55D8AD9}" dt="2025-01-10T09:12:22.787" v="81" actId="2696"/>
        <pc:sldMkLst>
          <pc:docMk/>
          <pc:sldMk cId="682381677" sldId="274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4262873472" sldId="274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688863856" sldId="275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642340622" sldId="276"/>
        </pc:sldMkLst>
      </pc:sldChg>
      <pc:sldMasterChg chg="modSldLayout">
        <pc:chgData name="Karel Titeca" userId="e309ecbf-1eb1-4781-a08b-88c329732184" providerId="ADAL" clId="{E21B21D8-D0A4-3F40-8E97-8C10D55D8AD9}" dt="2025-01-09T13:36:45.927" v="56"/>
        <pc:sldMasterMkLst>
          <pc:docMk/>
          <pc:sldMasterMk cId="463755981" sldId="2147483648"/>
        </pc:sldMasterMkLst>
        <pc:sldLayoutChg chg="addSp delSp modSp mod setBg">
          <pc:chgData name="Karel Titeca" userId="e309ecbf-1eb1-4781-a08b-88c329732184" providerId="ADAL" clId="{E21B21D8-D0A4-3F40-8E97-8C10D55D8AD9}" dt="2025-01-09T13:36:45.927" v="56"/>
          <pc:sldLayoutMkLst>
            <pc:docMk/>
            <pc:sldMasterMk cId="463755981" sldId="2147483648"/>
            <pc:sldLayoutMk cId="2102180824" sldId="2147483650"/>
          </pc:sldLayoutMkLst>
        </pc:sldLayoutChg>
        <pc:sldLayoutChg chg="addSp delSp modSp mod setBg">
          <pc:chgData name="Karel Titeca" userId="e309ecbf-1eb1-4781-a08b-88c329732184" providerId="ADAL" clId="{E21B21D8-D0A4-3F40-8E97-8C10D55D8AD9}" dt="2025-01-09T13:36:39.816" v="53"/>
          <pc:sldLayoutMkLst>
            <pc:docMk/>
            <pc:sldMasterMk cId="463755981" sldId="2147483648"/>
            <pc:sldLayoutMk cId="955606081" sldId="2147483666"/>
          </pc:sldLayoutMkLst>
        </pc:sldLayoutChg>
      </pc:sldMasterChg>
    </pc:docChg>
  </pc:docChgLst>
  <pc:docChgLst>
    <pc:chgData name="Machteld Van den Neste" userId="8615916f-9347-4b42-93ba-e5bd1dd13089" providerId="ADAL" clId="{61B0EDAE-C254-4FB6-99BB-9B6D44090C99}"/>
    <pc:docChg chg="undo custSel addSld delSld modSld modMainMaster">
      <pc:chgData name="Machteld Van den Neste" userId="8615916f-9347-4b42-93ba-e5bd1dd13089" providerId="ADAL" clId="{61B0EDAE-C254-4FB6-99BB-9B6D44090C99}" dt="2025-01-02T09:47:30.990" v="249" actId="478"/>
      <pc:docMkLst>
        <pc:docMk/>
      </pc:docMkLst>
      <pc:sldChg chg="modSp del">
        <pc:chgData name="Machteld Van den Neste" userId="8615916f-9347-4b42-93ba-e5bd1dd13089" providerId="ADAL" clId="{61B0EDAE-C254-4FB6-99BB-9B6D44090C99}" dt="2025-01-02T08:50:25.549" v="47" actId="47"/>
        <pc:sldMkLst>
          <pc:docMk/>
          <pc:sldMk cId="377603362" sldId="256"/>
        </pc:sldMkLst>
      </pc:sldChg>
      <pc:sldChg chg="del">
        <pc:chgData name="Machteld Van den Neste" userId="8615916f-9347-4b42-93ba-e5bd1dd13089" providerId="ADAL" clId="{61B0EDAE-C254-4FB6-99BB-9B6D44090C99}" dt="2025-01-02T08:57:21.143" v="72" actId="47"/>
        <pc:sldMkLst>
          <pc:docMk/>
          <pc:sldMk cId="375218072" sldId="258"/>
        </pc:sldMkLst>
      </pc:sldChg>
      <pc:sldChg chg="del">
        <pc:chgData name="Machteld Van den Neste" userId="8615916f-9347-4b42-93ba-e5bd1dd13089" providerId="ADAL" clId="{61B0EDAE-C254-4FB6-99BB-9B6D44090C99}" dt="2025-01-02T09:06:42.738" v="121" actId="47"/>
        <pc:sldMkLst>
          <pc:docMk/>
          <pc:sldMk cId="532101724" sldId="268"/>
        </pc:sldMkLst>
      </pc:sldChg>
      <pc:sldChg chg="del">
        <pc:chgData name="Machteld Van den Neste" userId="8615916f-9347-4b42-93ba-e5bd1dd13089" providerId="ADAL" clId="{61B0EDAE-C254-4FB6-99BB-9B6D44090C99}" dt="2025-01-02T09:04:56.634" v="115" actId="47"/>
        <pc:sldMkLst>
          <pc:docMk/>
          <pc:sldMk cId="2409383368" sldId="269"/>
        </pc:sldMkLst>
      </pc:sldChg>
      <pc:sldChg chg="delSp modSp del mod">
        <pc:chgData name="Machteld Van den Neste" userId="8615916f-9347-4b42-93ba-e5bd1dd13089" providerId="ADAL" clId="{61B0EDAE-C254-4FB6-99BB-9B6D44090C99}" dt="2025-01-02T09:11:32.260" v="143" actId="47"/>
        <pc:sldMkLst>
          <pc:docMk/>
          <pc:sldMk cId="1603027037" sldId="270"/>
        </pc:sldMkLst>
      </pc:sldChg>
      <pc:sldChg chg="addSp delSp modSp new del mod">
        <pc:chgData name="Machteld Van den Neste" userId="8615916f-9347-4b42-93ba-e5bd1dd13089" providerId="ADAL" clId="{61B0EDAE-C254-4FB6-99BB-9B6D44090C99}" dt="2025-01-02T08:57:19.268" v="71" actId="47"/>
        <pc:sldMkLst>
          <pc:docMk/>
          <pc:sldMk cId="1107228455" sldId="272"/>
        </pc:sldMkLst>
      </pc:sldChg>
      <pc:sldChg chg="addSp delSp modSp new del mod setBg">
        <pc:chgData name="Machteld Van den Neste" userId="8615916f-9347-4b42-93ba-e5bd1dd13089" providerId="ADAL" clId="{61B0EDAE-C254-4FB6-99BB-9B6D44090C99}" dt="2025-01-02T08:48:49.262" v="39" actId="47"/>
        <pc:sldMkLst>
          <pc:docMk/>
          <pc:sldMk cId="1433282686" sldId="272"/>
        </pc:sldMkLst>
      </pc:sldChg>
      <pc:sldChg chg="addSp delSp modSp new mod">
        <pc:chgData name="Machteld Van den Neste" userId="8615916f-9347-4b42-93ba-e5bd1dd13089" providerId="ADAL" clId="{61B0EDAE-C254-4FB6-99BB-9B6D44090C99}" dt="2025-01-02T09:47:27.477" v="248" actId="478"/>
        <pc:sldMkLst>
          <pc:docMk/>
          <pc:sldMk cId="1969548842" sldId="272"/>
        </pc:sldMkLst>
      </pc:sldChg>
      <pc:sldChg chg="new">
        <pc:chgData name="Machteld Van den Neste" userId="8615916f-9347-4b42-93ba-e5bd1dd13089" providerId="ADAL" clId="{61B0EDAE-C254-4FB6-99BB-9B6D44090C99}" dt="2025-01-02T08:57:34.417" v="74" actId="680"/>
        <pc:sldMkLst>
          <pc:docMk/>
          <pc:sldMk cId="615588416" sldId="273"/>
        </pc:sldMkLst>
      </pc:sldChg>
      <pc:sldChg chg="new">
        <pc:chgData name="Machteld Van den Neste" userId="8615916f-9347-4b42-93ba-e5bd1dd13089" providerId="ADAL" clId="{61B0EDAE-C254-4FB6-99BB-9B6D44090C99}" dt="2025-01-02T09:05:02.753" v="116" actId="680"/>
        <pc:sldMkLst>
          <pc:docMk/>
          <pc:sldMk cId="4262873472" sldId="274"/>
        </pc:sldMkLst>
      </pc:sldChg>
      <pc:sldChg chg="new">
        <pc:chgData name="Machteld Van den Neste" userId="8615916f-9347-4b42-93ba-e5bd1dd13089" providerId="ADAL" clId="{61B0EDAE-C254-4FB6-99BB-9B6D44090C99}" dt="2025-01-02T09:06:48.676" v="122" actId="680"/>
        <pc:sldMkLst>
          <pc:docMk/>
          <pc:sldMk cId="1688863856" sldId="275"/>
        </pc:sldMkLst>
      </pc:sldChg>
      <pc:sldChg chg="addSp delSp modSp new del mod setBg">
        <pc:chgData name="Machteld Van den Neste" userId="8615916f-9347-4b42-93ba-e5bd1dd13089" providerId="ADAL" clId="{61B0EDAE-C254-4FB6-99BB-9B6D44090C99}" dt="2025-01-02T09:36:18.497" v="222" actId="47"/>
        <pc:sldMkLst>
          <pc:docMk/>
          <pc:sldMk cId="284695013" sldId="276"/>
        </pc:sldMkLst>
      </pc:sldChg>
      <pc:sldChg chg="addSp delSp modSp new mod">
        <pc:chgData name="Machteld Van den Neste" userId="8615916f-9347-4b42-93ba-e5bd1dd13089" providerId="ADAL" clId="{61B0EDAE-C254-4FB6-99BB-9B6D44090C99}" dt="2025-01-02T09:47:30.990" v="249" actId="478"/>
        <pc:sldMkLst>
          <pc:docMk/>
          <pc:sldMk cId="1642340622" sldId="276"/>
        </pc:sldMkLst>
      </pc:sldChg>
      <pc:sldChg chg="new del">
        <pc:chgData name="Machteld Van den Neste" userId="8615916f-9347-4b42-93ba-e5bd1dd13089" providerId="ADAL" clId="{61B0EDAE-C254-4FB6-99BB-9B6D44090C99}" dt="2025-01-02T09:43:12.032" v="240" actId="47"/>
        <pc:sldMkLst>
          <pc:docMk/>
          <pc:sldMk cId="3324634744" sldId="276"/>
        </pc:sldMkLst>
      </pc:sldChg>
      <pc:sldMasterChg chg="mod addSldLayout modSldLayout">
        <pc:chgData name="Machteld Van den Neste" userId="8615916f-9347-4b42-93ba-e5bd1dd13089" providerId="ADAL" clId="{61B0EDAE-C254-4FB6-99BB-9B6D44090C99}" dt="2025-01-02T09:41:54.269" v="239" actId="14100"/>
        <pc:sldMasterMkLst>
          <pc:docMk/>
          <pc:sldMasterMk cId="463755981" sldId="2147483648"/>
        </pc:sldMasterMkLst>
        <pc:sldLayoutChg chg="addSp delSp modSp mod setBg">
          <pc:chgData name="Machteld Van den Neste" userId="8615916f-9347-4b42-93ba-e5bd1dd13089" providerId="ADAL" clId="{61B0EDAE-C254-4FB6-99BB-9B6D44090C99}" dt="2025-01-02T08:55:35.661" v="55" actId="478"/>
          <pc:sldLayoutMkLst>
            <pc:docMk/>
            <pc:sldMasterMk cId="463755981" sldId="2147483648"/>
            <pc:sldLayoutMk cId="1128617704" sldId="2147483649"/>
          </pc:sldLayoutMkLst>
          <pc:spChg chg="mod">
            <ac:chgData name="Machteld Van den Neste" userId="8615916f-9347-4b42-93ba-e5bd1dd13089" providerId="ADAL" clId="{61B0EDAE-C254-4FB6-99BB-9B6D44090C99}" dt="2025-01-02T08:48:08.631" v="32" actId="1076"/>
            <ac:spMkLst>
              <pc:docMk/>
              <pc:sldMasterMk cId="463755981" sldId="2147483648"/>
              <pc:sldLayoutMk cId="1128617704" sldId="2147483649"/>
              <ac:spMk id="6" creationId="{F0056D20-55F3-317C-6661-10BE3B5BC581}"/>
            </ac:spMkLst>
          </pc:spChg>
        </pc:sldLayoutChg>
        <pc:sldLayoutChg chg="addSp delSp modSp mod setBg">
          <pc:chgData name="Machteld Van den Neste" userId="8615916f-9347-4b42-93ba-e5bd1dd13089" providerId="ADAL" clId="{61B0EDAE-C254-4FB6-99BB-9B6D44090C99}" dt="2025-01-02T08:56:33.236" v="70"/>
          <pc:sldLayoutMkLst>
            <pc:docMk/>
            <pc:sldMasterMk cId="463755981" sldId="2147483648"/>
            <pc:sldLayoutMk cId="2102180824" sldId="2147483650"/>
          </pc:sldLayoutMkLst>
        </pc:sldLayoutChg>
        <pc:sldLayoutChg chg="addSp delSp modSp mod">
          <pc:chgData name="Machteld Van den Neste" userId="8615916f-9347-4b42-93ba-e5bd1dd13089" providerId="ADAL" clId="{61B0EDAE-C254-4FB6-99BB-9B6D44090C99}" dt="2025-01-02T09:41:54.269" v="239" actId="14100"/>
          <pc:sldLayoutMkLst>
            <pc:docMk/>
            <pc:sldMasterMk cId="463755981" sldId="2147483648"/>
            <pc:sldLayoutMk cId="0" sldId="2147483661"/>
          </pc:sldLayoutMkLst>
          <pc:spChg chg="add mod ord">
            <ac:chgData name="Machteld Van den Neste" userId="8615916f-9347-4b42-93ba-e5bd1dd13089" providerId="ADAL" clId="{61B0EDAE-C254-4FB6-99BB-9B6D44090C99}" dt="2025-01-02T09:41:54.269" v="239" actId="14100"/>
            <ac:spMkLst>
              <pc:docMk/>
              <pc:sldMasterMk cId="463755981" sldId="2147483648"/>
              <pc:sldLayoutMk cId="0" sldId="2147483661"/>
              <ac:spMk id="3" creationId="{13391891-52D5-B43E-96A4-81AFBB31486B}"/>
            </ac:spMkLst>
          </pc:spChg>
          <pc:spChg chg="add mod">
            <ac:chgData name="Machteld Van den Neste" userId="8615916f-9347-4b42-93ba-e5bd1dd13089" providerId="ADAL" clId="{61B0EDAE-C254-4FB6-99BB-9B6D44090C99}" dt="2025-01-02T09:41:47.227" v="238" actId="3064"/>
            <ac:spMkLst>
              <pc:docMk/>
              <pc:sldMasterMk cId="463755981" sldId="2147483648"/>
              <pc:sldLayoutMk cId="0" sldId="2147483661"/>
              <ac:spMk id="4" creationId="{2E78632D-E6A2-312C-C612-BDDFA57CA267}"/>
            </ac:spMkLst>
          </pc:spChg>
        </pc:sldLayoutChg>
        <pc:sldLayoutChg chg="addSp delSp modSp mod">
          <pc:chgData name="Machteld Van den Neste" userId="8615916f-9347-4b42-93ba-e5bd1dd13089" providerId="ADAL" clId="{61B0EDAE-C254-4FB6-99BB-9B6D44090C99}" dt="2025-01-02T09:05:51.617" v="120"/>
          <pc:sldLayoutMkLst>
            <pc:docMk/>
            <pc:sldMasterMk cId="463755981" sldId="2147483648"/>
            <pc:sldLayoutMk cId="2729922542" sldId="2147483664"/>
          </pc:sldLayoutMkLst>
          <pc:spChg chg="add mod">
            <ac:chgData name="Machteld Van den Neste" userId="8615916f-9347-4b42-93ba-e5bd1dd13089" providerId="ADAL" clId="{61B0EDAE-C254-4FB6-99BB-9B6D44090C99}" dt="2025-01-02T09:05:51.617" v="120"/>
            <ac:spMkLst>
              <pc:docMk/>
              <pc:sldMasterMk cId="463755981" sldId="2147483648"/>
              <pc:sldLayoutMk cId="2729922542" sldId="2147483664"/>
              <ac:spMk id="2" creationId="{B8E699FC-673C-4C85-B4D7-5D55E303F407}"/>
            </ac:spMkLst>
          </pc:spChg>
        </pc:sldLayoutChg>
        <pc:sldLayoutChg chg="addSp delSp modSp mod">
          <pc:chgData name="Machteld Van den Neste" userId="8615916f-9347-4b42-93ba-e5bd1dd13089" providerId="ADAL" clId="{61B0EDAE-C254-4FB6-99BB-9B6D44090C99}" dt="2025-01-02T09:03:37.801" v="114" actId="113"/>
          <pc:sldLayoutMkLst>
            <pc:docMk/>
            <pc:sldMasterMk cId="463755981" sldId="2147483648"/>
            <pc:sldLayoutMk cId="961122991" sldId="2147483665"/>
          </pc:sldLayoutMkLst>
          <pc:spChg chg="add mod">
            <ac:chgData name="Machteld Van den Neste" userId="8615916f-9347-4b42-93ba-e5bd1dd13089" providerId="ADAL" clId="{61B0EDAE-C254-4FB6-99BB-9B6D44090C99}" dt="2025-01-02T09:03:37.801" v="114" actId="113"/>
            <ac:spMkLst>
              <pc:docMk/>
              <pc:sldMasterMk cId="463755981" sldId="2147483648"/>
              <pc:sldLayoutMk cId="961122991" sldId="2147483665"/>
              <ac:spMk id="7" creationId="{3BE6B130-1D11-E9C7-FB3D-DE28358B931F}"/>
            </ac:spMkLst>
          </pc:spChg>
        </pc:sldLayoutChg>
        <pc:sldLayoutChg chg="delSp modSp mod setBg">
          <pc:chgData name="Machteld Van den Neste" userId="8615916f-9347-4b42-93ba-e5bd1dd13089" providerId="ADAL" clId="{61B0EDAE-C254-4FB6-99BB-9B6D44090C99}" dt="2025-01-02T09:26:15.945" v="150"/>
          <pc:sldLayoutMkLst>
            <pc:docMk/>
            <pc:sldMasterMk cId="463755981" sldId="2147483648"/>
            <pc:sldLayoutMk cId="955606081" sldId="2147483666"/>
          </pc:sldLayoutMkLst>
        </pc:sldLayoutChg>
        <pc:sldLayoutChg chg="addSp delSp modSp mod">
          <pc:chgData name="Machteld Van den Neste" userId="8615916f-9347-4b42-93ba-e5bd1dd13089" providerId="ADAL" clId="{61B0EDAE-C254-4FB6-99BB-9B6D44090C99}" dt="2025-01-02T09:05:46.697" v="118"/>
          <pc:sldLayoutMkLst>
            <pc:docMk/>
            <pc:sldMasterMk cId="463755981" sldId="2147483648"/>
            <pc:sldLayoutMk cId="4239957473" sldId="2147483667"/>
          </pc:sldLayoutMkLst>
          <pc:spChg chg="add mod">
            <ac:chgData name="Machteld Van den Neste" userId="8615916f-9347-4b42-93ba-e5bd1dd13089" providerId="ADAL" clId="{61B0EDAE-C254-4FB6-99BB-9B6D44090C99}" dt="2025-01-02T09:05:46.697" v="118"/>
            <ac:spMkLst>
              <pc:docMk/>
              <pc:sldMasterMk cId="463755981" sldId="2147483648"/>
              <pc:sldLayoutMk cId="4239957473" sldId="2147483667"/>
              <ac:spMk id="3" creationId="{E9A25335-0D2B-ED58-6AAF-0CA4D0AF90E5}"/>
            </ac:spMkLst>
          </pc:spChg>
        </pc:sldLayoutChg>
        <pc:sldLayoutChg chg="delSp add mod modTransition">
          <pc:chgData name="Machteld Van den Neste" userId="8615916f-9347-4b42-93ba-e5bd1dd13089" providerId="ADAL" clId="{61B0EDAE-C254-4FB6-99BB-9B6D44090C99}" dt="2025-01-02T09:20:57.480" v="145" actId="478"/>
          <pc:sldLayoutMkLst>
            <pc:docMk/>
            <pc:sldMasterMk cId="463755981" sldId="2147483648"/>
            <pc:sldLayoutMk cId="2998040396" sldId="2147483668"/>
          </pc:sldLayoutMkLst>
        </pc:sldLayoutChg>
      </pc:sldMasterChg>
    </pc:docChg>
  </pc:docChgLst>
  <pc:docChgLst>
    <pc:chgData name="Karel Titeca" userId="e309ecbf-1eb1-4781-a08b-88c329732184" providerId="ADAL" clId="{2545133F-5F20-694B-80A0-FFA82CA13C3D}"/>
    <pc:docChg chg="custSel addSld delSld modSld modMainMaster">
      <pc:chgData name="Karel Titeca" userId="e309ecbf-1eb1-4781-a08b-88c329732184" providerId="ADAL" clId="{2545133F-5F20-694B-80A0-FFA82CA13C3D}" dt="2025-01-15T15:53:09.649" v="231" actId="680"/>
      <pc:docMkLst>
        <pc:docMk/>
      </pc:docMkLst>
      <pc:sldChg chg="addSp delSp modSp new del mod">
        <pc:chgData name="Karel Titeca" userId="e309ecbf-1eb1-4781-a08b-88c329732184" providerId="ADAL" clId="{2545133F-5F20-694B-80A0-FFA82CA13C3D}" dt="2025-01-10T09:58:15.698" v="143" actId="2696"/>
        <pc:sldMkLst>
          <pc:docMk/>
          <pc:sldMk cId="576512829" sldId="273"/>
        </pc:sldMkLst>
      </pc:sldChg>
      <pc:sldChg chg="modSp new del mod">
        <pc:chgData name="Karel Titeca" userId="e309ecbf-1eb1-4781-a08b-88c329732184" providerId="ADAL" clId="{2545133F-5F20-694B-80A0-FFA82CA13C3D}" dt="2025-01-15T14:55:01.571" v="230" actId="2696"/>
        <pc:sldMkLst>
          <pc:docMk/>
          <pc:sldMk cId="715517778" sldId="273"/>
        </pc:sldMkLst>
        <pc:spChg chg="mod">
          <ac:chgData name="Karel Titeca" userId="e309ecbf-1eb1-4781-a08b-88c329732184" providerId="ADAL" clId="{2545133F-5F20-694B-80A0-FFA82CA13C3D}" dt="2025-01-15T14:54:56.289" v="229" actId="20577"/>
          <ac:spMkLst>
            <pc:docMk/>
            <pc:sldMk cId="715517778" sldId="273"/>
            <ac:spMk id="2" creationId="{0818634F-AACF-670E-FF81-581FA6B45895}"/>
          </ac:spMkLst>
        </pc:spChg>
      </pc:sldChg>
      <pc:sldChg chg="modSp new del mod">
        <pc:chgData name="Karel Titeca" userId="e309ecbf-1eb1-4781-a08b-88c329732184" providerId="ADAL" clId="{2545133F-5F20-694B-80A0-FFA82CA13C3D}" dt="2025-01-15T14:53:36.299" v="187" actId="2696"/>
        <pc:sldMkLst>
          <pc:docMk/>
          <pc:sldMk cId="1871108053" sldId="273"/>
        </pc:sldMkLst>
        <pc:spChg chg="mod">
          <ac:chgData name="Karel Titeca" userId="e309ecbf-1eb1-4781-a08b-88c329732184" providerId="ADAL" clId="{2545133F-5F20-694B-80A0-FFA82CA13C3D}" dt="2025-01-15T14:53:32.653" v="186" actId="20577"/>
          <ac:spMkLst>
            <pc:docMk/>
            <pc:sldMk cId="1871108053" sldId="273"/>
            <ac:spMk id="2" creationId="{15AF4A44-095D-FD92-DC81-15796461E1B6}"/>
          </ac:spMkLst>
        </pc:spChg>
      </pc:sldChg>
      <pc:sldChg chg="new">
        <pc:chgData name="Karel Titeca" userId="e309ecbf-1eb1-4781-a08b-88c329732184" providerId="ADAL" clId="{2545133F-5F20-694B-80A0-FFA82CA13C3D}" dt="2025-01-15T15:53:09.649" v="231" actId="680"/>
        <pc:sldMkLst>
          <pc:docMk/>
          <pc:sldMk cId="2042924251" sldId="273"/>
        </pc:sldMkLst>
      </pc:sldChg>
      <pc:sldChg chg="new del">
        <pc:chgData name="Karel Titeca" userId="e309ecbf-1eb1-4781-a08b-88c329732184" providerId="ADAL" clId="{2545133F-5F20-694B-80A0-FFA82CA13C3D}" dt="2025-01-10T09:56:07.129" v="3" actId="2696"/>
        <pc:sldMkLst>
          <pc:docMk/>
          <pc:sldMk cId="2449635822" sldId="273"/>
        </pc:sldMkLst>
      </pc:sldChg>
      <pc:sldChg chg="addSp delSp modSp new del">
        <pc:chgData name="Karel Titeca" userId="e309ecbf-1eb1-4781-a08b-88c329732184" providerId="ADAL" clId="{2545133F-5F20-694B-80A0-FFA82CA13C3D}" dt="2025-01-10T09:57:22.619" v="138" actId="2696"/>
        <pc:sldMkLst>
          <pc:docMk/>
          <pc:sldMk cId="2997442449" sldId="273"/>
        </pc:sldMkLst>
      </pc:sldChg>
      <pc:sldChg chg="new del">
        <pc:chgData name="Karel Titeca" userId="e309ecbf-1eb1-4781-a08b-88c329732184" providerId="ADAL" clId="{2545133F-5F20-694B-80A0-FFA82CA13C3D}" dt="2025-01-10T09:56:23.802" v="12" actId="2696"/>
        <pc:sldMkLst>
          <pc:docMk/>
          <pc:sldMk cId="3858289603" sldId="273"/>
        </pc:sldMkLst>
      </pc:sldChg>
      <pc:sldMasterChg chg="addSldLayout modSldLayout">
        <pc:chgData name="Karel Titeca" userId="e309ecbf-1eb1-4781-a08b-88c329732184" providerId="ADAL" clId="{2545133F-5F20-694B-80A0-FFA82CA13C3D}" dt="2025-01-15T14:53:06.620" v="145" actId="12"/>
        <pc:sldMasterMkLst>
          <pc:docMk/>
          <pc:sldMasterMk cId="463755981" sldId="2147483648"/>
        </pc:sldMasterMkLst>
        <pc:sldLayoutChg chg="modSp mod">
          <pc:chgData name="Karel Titeca" userId="e309ecbf-1eb1-4781-a08b-88c329732184" providerId="ADAL" clId="{2545133F-5F20-694B-80A0-FFA82CA13C3D}" dt="2025-01-10T09:57:37.239" v="139" actId="207"/>
          <pc:sldLayoutMkLst>
            <pc:docMk/>
            <pc:sldMasterMk cId="463755981" sldId="2147483648"/>
            <pc:sldLayoutMk cId="1128617704" sldId="2147483649"/>
          </pc:sldLayoutMkLst>
          <pc:spChg chg="mod">
            <ac:chgData name="Karel Titeca" userId="e309ecbf-1eb1-4781-a08b-88c329732184" providerId="ADAL" clId="{2545133F-5F20-694B-80A0-FFA82CA13C3D}" dt="2025-01-10T09:57:37.239" v="139" actId="207"/>
            <ac:spMkLst>
              <pc:docMk/>
              <pc:sldMasterMk cId="463755981" sldId="2147483648"/>
              <pc:sldLayoutMk cId="1128617704" sldId="2147483649"/>
              <ac:spMk id="6" creationId="{F0056D20-55F3-317C-6661-10BE3B5BC581}"/>
            </ac:spMkLst>
          </pc:spChg>
        </pc:sldLayoutChg>
        <pc:sldLayoutChg chg="modSp add mod modTransition">
          <pc:chgData name="Karel Titeca" userId="e309ecbf-1eb1-4781-a08b-88c329732184" providerId="ADAL" clId="{2545133F-5F20-694B-80A0-FFA82CA13C3D}" dt="2025-01-15T14:53:06.620" v="145" actId="12"/>
          <pc:sldLayoutMkLst>
            <pc:docMk/>
            <pc:sldMasterMk cId="463755981" sldId="2147483648"/>
            <pc:sldLayoutMk cId="2045038603" sldId="2147483669"/>
          </pc:sldLayoutMkLst>
          <pc:spChg chg="mod">
            <ac:chgData name="Karel Titeca" userId="e309ecbf-1eb1-4781-a08b-88c329732184" providerId="ADAL" clId="{2545133F-5F20-694B-80A0-FFA82CA13C3D}" dt="2025-01-15T14:53:06.620" v="145" actId="12"/>
            <ac:spMkLst>
              <pc:docMk/>
              <pc:sldMasterMk cId="463755981" sldId="2147483648"/>
              <pc:sldLayoutMk cId="2045038603" sldId="2147483669"/>
              <ac:spMk id="8" creationId="{C01A8B63-1F44-5094-9E16-440828CEB08D}"/>
            </ac:spMkLst>
          </pc:spChg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6E0211-8DE3-C64F-AAE3-CB72D7CBE226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2A6D4-CD3D-5148-8B70-A84796F20135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58916391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E9F3D4-1EB7-C24E-988E-C5578F74A120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 dirty="0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54E32A-327F-AF4B-8E1F-209FBF93D26D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64046713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Voor de praktisch implementatie mag de volgorde van C&lt;sub&gt;2&lt;/sub&gt; en L&lt;sub&gt;2&lt;/sub&gt; omgewisseld worden. Dit heeft geen enkele invloed op de werking van de seriekring.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bg>
      <p:bgPr>
        <a:solidFill>
          <a:srgbClr val="001D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68BDB9EC-0874-2647-AB98-1103A741C3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3667" y="1730828"/>
            <a:ext cx="5283534" cy="3396343"/>
          </a:xfrm>
        </p:spPr>
        <p:txBody>
          <a:bodyPr anchor="ctr" anchorCtr="0">
            <a:normAutofit/>
          </a:bodyPr>
          <a:lstStyle>
            <a:lvl1pPr>
              <a:defRPr sz="40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nl-NL" dirty="0"/>
              <a:t>Klikken om </a:t>
            </a:r>
            <a:br>
              <a:rPr lang="nl-NL" dirty="0"/>
            </a:br>
            <a:r>
              <a:rPr lang="nl-NL" dirty="0"/>
              <a:t>een titel toe </a:t>
            </a:r>
            <a:br>
              <a:rPr lang="nl-NL" dirty="0"/>
            </a:br>
            <a:r>
              <a:rPr lang="nl-NL" dirty="0"/>
              <a:t>te voegen</a:t>
            </a:r>
            <a:endParaRPr lang="nl-BE" dirty="0"/>
          </a:p>
        </p:txBody>
      </p:sp>
      <p:pic>
        <p:nvPicPr>
          <p:cNvPr id="8" name="Afbeelding 7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5D495572-740C-622D-A0A0-55B335E879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49045" y="5969498"/>
            <a:ext cx="2520000" cy="495158"/>
          </a:xfrm>
          <a:prstGeom prst="rect">
            <a:avLst/>
          </a:prstGeom>
        </p:spPr>
      </p:pic>
      <p:sp>
        <p:nvSpPr>
          <p:cNvPr id="9" name="Titel 2">
            <a:extLst>
              <a:ext uri="{FF2B5EF4-FFF2-40B4-BE49-F238E27FC236}">
                <a16:creationId xmlns:a16="http://schemas.microsoft.com/office/drawing/2014/main" id="{3DAE7C1F-2FF5-D159-64D6-93BFDEDD4C19}"/>
              </a:ext>
            </a:extLst>
          </p:cNvPr>
          <p:cNvSpPr txBox="1">
            <a:spLocks/>
          </p:cNvSpPr>
          <p:nvPr userDrawn="1"/>
        </p:nvSpPr>
        <p:spPr>
          <a:xfrm>
            <a:off x="6333667" y="4484914"/>
            <a:ext cx="5283534" cy="642257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baseline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endParaRPr lang="nl-BE" sz="2000" b="0" i="0" baseline="0"/>
          </a:p>
        </p:txBody>
      </p:sp>
      <p:pic>
        <p:nvPicPr>
          <p:cNvPr id="4" name="Picture Placeholder 4">
            <a:extLst>
              <a:ext uri="{FF2B5EF4-FFF2-40B4-BE49-F238E27FC236}">
                <a16:creationId xmlns:a16="http://schemas.microsoft.com/office/drawing/2014/main" id="{7155FCE1-AFE6-6C0C-8806-031D125F906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-763200" y="-3"/>
            <a:ext cx="6858000" cy="6858000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1286177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2">
            <a:extLst>
              <a:ext uri="{FF2B5EF4-FFF2-40B4-BE49-F238E27FC236}">
                <a16:creationId xmlns:a16="http://schemas.microsoft.com/office/drawing/2014/main" id="{D96485BC-8D44-B69E-01B8-A8905B4AA8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4266" y="898071"/>
            <a:ext cx="9931733" cy="3396343"/>
          </a:xfrm>
        </p:spPr>
        <p:txBody>
          <a:bodyPr anchor="ctr" anchorCtr="0">
            <a:normAutofit/>
          </a:bodyPr>
          <a:lstStyle>
            <a:lvl1pPr>
              <a:defRPr sz="40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nl-NL" dirty="0"/>
              <a:t>Klikken om </a:t>
            </a:r>
            <a:br>
              <a:rPr lang="nl-NL" dirty="0"/>
            </a:br>
            <a:r>
              <a:rPr lang="nl-NL" dirty="0"/>
              <a:t>een titel toe </a:t>
            </a:r>
            <a:br>
              <a:rPr lang="nl-NL" dirty="0"/>
            </a:br>
            <a:r>
              <a:rPr lang="nl-NL" dirty="0"/>
              <a:t>te voegen</a:t>
            </a:r>
            <a:endParaRPr lang="nl-BE" dirty="0"/>
          </a:p>
        </p:txBody>
      </p:sp>
      <p:pic>
        <p:nvPicPr>
          <p:cNvPr id="2" name="Afbeelding 1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5DDC59BD-319A-966E-C8B8-3E1004F142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49045" y="5969498"/>
            <a:ext cx="2520000" cy="495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180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00" y="800401"/>
            <a:ext cx="11006400" cy="5252245"/>
          </a:xfrm>
        </p:spPr>
        <p:txBody>
          <a:bodyPr/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5D14A70C-A52C-824A-B260-6BE6A5E343F5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5D7FBB4-891B-45E4-181B-258A15FE1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1"/>
            <a:ext cx="11041200" cy="64800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729922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olgpagin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67578B9-CDA0-C1D1-C1D0-F7729ECC0B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512894" y="-453065"/>
            <a:ext cx="17028993" cy="6637665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45399" y="1280788"/>
            <a:ext cx="11605942" cy="4705159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noProof="1"/>
              <a:t>Klik om de tekststijl van het model te bewerken</a:t>
            </a:r>
          </a:p>
          <a:p>
            <a:pPr lvl="1"/>
            <a:r>
              <a:rPr lang="nl-NL" noProof="1"/>
              <a:t>Tweede niveau</a:t>
            </a:r>
          </a:p>
          <a:p>
            <a:pPr lvl="2"/>
            <a:r>
              <a:rPr lang="nl-NL" noProof="1"/>
              <a:t>Derde niveau</a:t>
            </a:r>
          </a:p>
          <a:p>
            <a:pPr lvl="3"/>
            <a:r>
              <a:rPr lang="nl-NL" noProof="1"/>
              <a:t>Vierde niveau</a:t>
            </a:r>
          </a:p>
          <a:p>
            <a:pPr lvl="4"/>
            <a:r>
              <a:rPr lang="nl-NL" noProof="1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3C16444D-5C15-F646-B1E6-793A79D1D158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26" name="Title 25">
            <a:extLst>
              <a:ext uri="{FF2B5EF4-FFF2-40B4-BE49-F238E27FC236}">
                <a16:creationId xmlns:a16="http://schemas.microsoft.com/office/drawing/2014/main" id="{9FFC2E19-DE2B-7111-CC63-9A847C39A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0"/>
            <a:ext cx="11041200" cy="5794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806929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g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F695FE45-7352-3C48-B42E-7EBF2B5C52E3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1FE2B30-5A69-75CF-7187-201E96BE8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1"/>
            <a:ext cx="11041200" cy="64800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151150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1 met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000" y="811831"/>
            <a:ext cx="11006400" cy="5240815"/>
          </a:xfrm>
        </p:spPr>
        <p:txBody>
          <a:bodyPr/>
          <a:lstStyle>
            <a:lvl1pPr marL="457200" indent="-457200">
              <a:buFontTx/>
              <a:buBlip>
                <a:blip r:embed="rId3"/>
              </a:buBlip>
              <a:defRPr/>
            </a:lvl1pPr>
          </a:lstStyle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D0C2AFFC-B915-5A49-88DD-95E4F5C3B4C4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noProof="0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12466D5-8DB6-11EB-91A8-C5A2326F6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0"/>
            <a:ext cx="11041200" cy="648001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045038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000" y="868680"/>
            <a:ext cx="11006400" cy="5183966"/>
          </a:xfrm>
        </p:spPr>
        <p:txBody>
          <a:bodyPr/>
          <a:lstStyle/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44AA9AC6-E216-3B47-8184-7802A2BF140A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noProof="0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C13023F-87C5-4547-FEB6-4B0A34BF8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1"/>
            <a:ext cx="11041200" cy="650366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998040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 descr="Afbeelding met Graphics, cirkel, ontwerp&#10;&#10;Automatisch gegenereerde beschrijving">
            <a:extLst>
              <a:ext uri="{FF2B5EF4-FFF2-40B4-BE49-F238E27FC236}">
                <a16:creationId xmlns:a16="http://schemas.microsoft.com/office/drawing/2014/main" id="{1EC811A3-D471-16F1-F5F7-188800F32F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</a:blip>
          <a:stretch>
            <a:fillRect/>
          </a:stretch>
        </p:blipFill>
        <p:spPr>
          <a:xfrm rot="16200000">
            <a:off x="-1124411" y="1629838"/>
            <a:ext cx="5011676" cy="2237771"/>
          </a:xfrm>
          <a:prstGeom prst="rect">
            <a:avLst/>
          </a:prstGeom>
        </p:spPr>
      </p:pic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5A4A-45EF-044A-97ED-F5EE535170D0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6BA570E8-5D95-B3F1-8C6F-957AE9CDC0B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76000" y="708660"/>
            <a:ext cx="11006402" cy="5343986"/>
          </a:xfrm>
        </p:spPr>
        <p:txBody>
          <a:bodyPr/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CEA65D-4427-8EF5-9C3E-965240308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1"/>
            <a:ext cx="11041200" cy="57843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9957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6EBD7-4509-1747-80A1-30E823EDAC2D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noProof="0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ED9010BD-3FA3-6D64-D974-8B02411BFB2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76000" y="765810"/>
            <a:ext cx="11006402" cy="5286836"/>
          </a:xfrm>
        </p:spPr>
        <p:txBody>
          <a:bodyPr/>
          <a:lstStyle/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3A12AB-811C-F19D-0A73-86DCF776D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0"/>
            <a:ext cx="11041200" cy="64701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961122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bg>
      <p:bgPr>
        <a:solidFill>
          <a:srgbClr val="CCD9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13391891-52D5-B43E-96A4-81AFBB31486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24726" y="583200"/>
            <a:ext cx="6496074" cy="3531638"/>
          </a:xfrm>
        </p:spPr>
        <p:txBody>
          <a:bodyPr/>
          <a:lstStyle/>
          <a:p>
            <a:endParaRPr lang="nl-BE"/>
          </a:p>
        </p:txBody>
      </p:sp>
      <p:pic>
        <p:nvPicPr>
          <p:cNvPr id="10" name="Afbeelding 9" descr="Afbeelding met Graphics, typografie, ontwerp&#10;&#10;Automatisch gegenereerde beschrijving">
            <a:extLst>
              <a:ext uri="{FF2B5EF4-FFF2-40B4-BE49-F238E27FC236}">
                <a16:creationId xmlns:a16="http://schemas.microsoft.com/office/drawing/2014/main" id="{989F9A73-96CE-FEED-DC36-96369D24ED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-1124086" y="1600200"/>
            <a:ext cx="5014876" cy="2239200"/>
          </a:xfrm>
          <a:prstGeom prst="rect">
            <a:avLst/>
          </a:prstGeom>
        </p:spPr>
      </p:pic>
      <p:sp>
        <p:nvSpPr>
          <p:cNvPr id="17" name="Tijdelijke aanduiding voor datum 3">
            <a:extLst>
              <a:ext uri="{FF2B5EF4-FFF2-40B4-BE49-F238E27FC236}">
                <a16:creationId xmlns:a16="http://schemas.microsoft.com/office/drawing/2014/main" id="{98E7770F-9DD8-88A0-F8BC-6063FE0C1E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F36083C4-0128-1848-9178-37CE772A2A92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8" name="Tijdelijke aanduiding voor voettekst 4">
            <a:extLst>
              <a:ext uri="{FF2B5EF4-FFF2-40B4-BE49-F238E27FC236}">
                <a16:creationId xmlns:a16="http://schemas.microsoft.com/office/drawing/2014/main" id="{CB32BB89-83FA-D527-382C-95DAFF653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5">
            <a:extLst>
              <a:ext uri="{FF2B5EF4-FFF2-40B4-BE49-F238E27FC236}">
                <a16:creationId xmlns:a16="http://schemas.microsoft.com/office/drawing/2014/main" id="{07D528CB-9038-C329-9851-EDF0F253A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4" name="Tijdelijke aanduiding voor tekst 6">
            <a:extLst>
              <a:ext uri="{FF2B5EF4-FFF2-40B4-BE49-F238E27FC236}">
                <a16:creationId xmlns:a16="http://schemas.microsoft.com/office/drawing/2014/main" id="{2E78632D-E6A2-312C-C612-BDDFA57CA2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2931" y="4606219"/>
            <a:ext cx="11006137" cy="1112400"/>
          </a:xfrm>
        </p:spPr>
        <p:txBody>
          <a:bodyPr anchor="b" anchorCtr="0">
            <a:normAutofit/>
          </a:bodyPr>
          <a:lstStyle>
            <a:lvl1pPr>
              <a:defRPr sz="4500" b="1">
                <a:solidFill>
                  <a:srgbClr val="00407A"/>
                </a:solidFill>
              </a:defRPr>
            </a:lvl1pPr>
          </a:lstStyle>
          <a:p>
            <a:pPr lvl="0"/>
            <a:r>
              <a:rPr lang="nl-NL" dirty="0"/>
              <a:t>Klikken om een titel toe te voegen</a:t>
            </a:r>
            <a:endParaRPr lang="nl-BE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ekopSlo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56060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ekop">
    <p:bg>
      <p:bgPr>
        <a:solidFill>
          <a:srgbClr val="CCD9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 descr="Afbeelding met Graphics, typografie, ontwerp&#10;&#10;Automatisch gegenereerde beschrijving">
            <a:extLst>
              <a:ext uri="{FF2B5EF4-FFF2-40B4-BE49-F238E27FC236}">
                <a16:creationId xmlns:a16="http://schemas.microsoft.com/office/drawing/2014/main" id="{989F9A73-96CE-FEED-DC36-96369D24ED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-1124086" y="1600200"/>
            <a:ext cx="5014876" cy="2239200"/>
          </a:xfrm>
          <a:prstGeom prst="rect">
            <a:avLst/>
          </a:prstGeom>
        </p:spPr>
      </p:pic>
      <p:sp>
        <p:nvSpPr>
          <p:cNvPr id="17" name="Tijdelijke aanduiding voor datum 3">
            <a:extLst>
              <a:ext uri="{FF2B5EF4-FFF2-40B4-BE49-F238E27FC236}">
                <a16:creationId xmlns:a16="http://schemas.microsoft.com/office/drawing/2014/main" id="{98E7770F-9DD8-88A0-F8BC-6063FE0C1E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63B68DE8-16AF-6C4B-B363-5E49424B6285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8" name="Tijdelijke aanduiding voor voettekst 4">
            <a:extLst>
              <a:ext uri="{FF2B5EF4-FFF2-40B4-BE49-F238E27FC236}">
                <a16:creationId xmlns:a16="http://schemas.microsoft.com/office/drawing/2014/main" id="{CB32BB89-83FA-D527-382C-95DAFF653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5">
            <a:extLst>
              <a:ext uri="{FF2B5EF4-FFF2-40B4-BE49-F238E27FC236}">
                <a16:creationId xmlns:a16="http://schemas.microsoft.com/office/drawing/2014/main" id="{07D528CB-9038-C329-9851-EDF0F253A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17DC55D-D1B1-1B37-0FA6-BC0A9F8D3D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78730" y="212361"/>
            <a:ext cx="1995256" cy="29928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EA3E9C-F85F-E456-8F44-A07EFD93DE10}"/>
              </a:ext>
            </a:extLst>
          </p:cNvPr>
          <p:cNvSpPr txBox="1"/>
          <p:nvPr userDrawn="1"/>
        </p:nvSpPr>
        <p:spPr>
          <a:xfrm>
            <a:off x="2816439" y="2591527"/>
            <a:ext cx="963005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would rather have</a:t>
            </a:r>
            <a:b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 that can't be answered</a:t>
            </a:r>
            <a:b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 answers that can't be questioned.</a:t>
            </a:r>
            <a:endParaRPr lang="en-GB" sz="4000" dirty="0">
              <a:solidFill>
                <a:srgbClr val="00417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A611E3-78CC-6708-4696-D4D6D3D41049}"/>
              </a:ext>
            </a:extLst>
          </p:cNvPr>
          <p:cNvSpPr txBox="1"/>
          <p:nvPr userDrawn="1"/>
        </p:nvSpPr>
        <p:spPr>
          <a:xfrm>
            <a:off x="9068623" y="4765573"/>
            <a:ext cx="29689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005E77"/>
                </a:solidFill>
              </a:rPr>
              <a:t>Richard P. Feynman</a:t>
            </a:r>
          </a:p>
        </p:txBody>
      </p:sp>
    </p:spTree>
    <p:extLst>
      <p:ext uri="{BB962C8B-B14F-4D97-AF65-F5344CB8AC3E}">
        <p14:creationId xmlns:p14="http://schemas.microsoft.com/office/powerpoint/2010/main" val="26272989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1">
            <a:extLst>
              <a:ext uri="{FF2B5EF4-FFF2-40B4-BE49-F238E27FC236}">
                <a16:creationId xmlns:a16="http://schemas.microsoft.com/office/drawing/2014/main" id="{6235C20E-3391-4145-4D84-53842E905E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B93C70AB-10FC-774C-9E2D-C3FBC6B92CAF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2">
            <a:extLst>
              <a:ext uri="{FF2B5EF4-FFF2-40B4-BE49-F238E27FC236}">
                <a16:creationId xmlns:a16="http://schemas.microsoft.com/office/drawing/2014/main" id="{78D2F004-28B6-C370-D870-67D28C32D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8" name="Tijdelijke aanduiding voor dianummer 3">
            <a:extLst>
              <a:ext uri="{FF2B5EF4-FFF2-40B4-BE49-F238E27FC236}">
                <a16:creationId xmlns:a16="http://schemas.microsoft.com/office/drawing/2014/main" id="{1AE2BA5A-EDBB-7957-59A2-5BB98B0C2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5214852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6BDB821E-3E44-1141-8C7B-FEB07B979251}"/>
              </a:ext>
            </a:extLst>
          </p:cNvPr>
          <p:cNvSpPr/>
          <p:nvPr userDrawn="1"/>
        </p:nvSpPr>
        <p:spPr>
          <a:xfrm>
            <a:off x="0" y="6210000"/>
            <a:ext cx="12193200" cy="648000"/>
          </a:xfrm>
          <a:prstGeom prst="rect">
            <a:avLst/>
          </a:prstGeom>
          <a:solidFill>
            <a:srgbClr val="001D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76000" y="576000"/>
            <a:ext cx="11041200" cy="111267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nl-NL" dirty="0"/>
              <a:t>Titelstijl van model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1836000"/>
            <a:ext cx="11041200" cy="404691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1440000" y="6210000"/>
            <a:ext cx="720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7F6F9242-A3CF-2647-958A-D832101EE83D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5052003" y="6210000"/>
            <a:ext cx="4993200" cy="648000"/>
          </a:xfrm>
          <a:prstGeom prst="rect">
            <a:avLst/>
          </a:prstGeom>
        </p:spPr>
        <p:txBody>
          <a:bodyPr vert="horz" lIns="0" tIns="0" rIns="180000" bIns="0" rtlCol="0" anchor="ctr"/>
          <a:lstStyle>
            <a:lvl1pPr algn="r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576000" y="6210000"/>
            <a:ext cx="648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0A297500-7527-634B-90F4-69D0994C32B4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7" name="Afbeelding 6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15E13232-C638-6951-DDA6-89141A14C296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755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4" r:id="rId3"/>
    <p:sldLayoutId id="2147483672" r:id="rId4"/>
    <p:sldLayoutId id="2147483671" r:id="rId5"/>
    <p:sldLayoutId id="2147483669" r:id="rId6"/>
    <p:sldLayoutId id="2147483668" r:id="rId7"/>
    <p:sldLayoutId id="2147483667" r:id="rId8"/>
    <p:sldLayoutId id="2147483665" r:id="rId9"/>
    <p:sldLayoutId id="2147483661" r:id="rId10"/>
    <p:sldLayoutId id="2147483666" r:id="rId11"/>
    <p:sldLayoutId id="2147483670" r:id="rId12"/>
    <p:sldLayoutId id="2147483651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500" b="1" i="0" kern="1200" baseline="0">
          <a:solidFill>
            <a:srgbClr val="00407A"/>
          </a:solidFill>
          <a:latin typeface="Arial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2800" kern="1200" baseline="0">
          <a:solidFill>
            <a:srgbClr val="00407A"/>
          </a:solidFill>
          <a:latin typeface="Arial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 baseline="0">
          <a:solidFill>
            <a:srgbClr val="00407A"/>
          </a:solidFill>
          <a:latin typeface="Arial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 baseline="0">
          <a:solidFill>
            <a:srgbClr val="00407A"/>
          </a:solidFill>
          <a:latin typeface="Arial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 baseline="0">
          <a:solidFill>
            <a:srgbClr val="00407A"/>
          </a:solidFill>
          <a:latin typeface="Arial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 baseline="0">
          <a:solidFill>
            <a:srgbClr val="00407A"/>
          </a:solidFill>
          <a:latin typeface="Arial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Klasse E versterkers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41148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Hoogfrequent versterkers 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met 1 vermogentransistor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55778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Jan Genoe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57607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Oktober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Basisschema Klasse E versterker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033" y="539496"/>
            <a:ext cx="7767934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/>
            <a:r>
              <a:t>De klasse E versterker is een zeer efficiënte hoogfrequent versterker die gebruik maakt van:</a:t>
            </a:r>
          </a:p>
          <a:p>
            <a:pPr/>
          </a:p>
          <a:p>
            <a:pPr lvl="1"/>
            <a:r>
              <a:rPr b="1"/>
              <a:t>Eén enkele vermogentransistor</a:t>
            </a:r>
            <a:r>
              <a:t> als schakelend element</a:t>
            </a:r>
          </a:p>
          <a:p>
            <a:pPr lvl="1"/>
            <a:r>
              <a:rPr b="1"/>
              <a:t>Resonante LRC trilkring</a:t>
            </a:r>
            <a:r>
              <a:t> voor frequentieselectie</a:t>
            </a:r>
          </a:p>
          <a:p>
            <a:pPr lvl="1"/>
            <a:r>
              <a:rPr b="1"/>
              <a:t>Optimale timing</a:t>
            </a:r>
            <a:r>
              <a:t> tussen spanning en stroom voor minimaal vermogenverlies</a:t>
            </a:r>
          </a:p>
          <a:p>
            <a:pPr lvl="1"/>
            <a:r>
              <a:rPr b="1"/>
              <a:t>Hoge efficiëntie</a:t>
            </a:r>
            <a:r>
              <a:t> (tot 95% theoretisch mogelijk)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Klasse E versterker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Verklaring van de werking stap voor stap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Resonante seriekring van de klasse E versterker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651" y="539496"/>
            <a:ext cx="10258697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Stroom in resonante seriekring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804" y="539496"/>
            <a:ext cx="10678392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Voeding met DC stroom door L1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8750" y="539496"/>
            <a:ext cx="6454499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Voeding met DC stroom door L1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178" y="539496"/>
            <a:ext cx="10739644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Integratie stroom op C1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0037" y="539496"/>
            <a:ext cx="6091926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Integratie stroom op C1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178" y="539496"/>
            <a:ext cx="10739644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Integratie stroom op C1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4803" y="539496"/>
            <a:ext cx="6962393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Transistor om de spanning op 0 te houden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7459" y="539496"/>
            <a:ext cx="7797082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Spanning na integratie stroom op C1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178" y="539496"/>
            <a:ext cx="10739644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Klasse E met derde harmonische filter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511" y="539496"/>
            <a:ext cx="9808977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Uitgewerkte voorbeelden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/>
            <a:r>
              <a:t>Voor frequenties beneden 1 MHz: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800" b="1" i="0">
                <a:latin typeface="Arial"/>
              </a:rPr>
              <a:t>Ontwerpvergelijkingen voor laagfrequent Klasse E Versterkers</a:t>
            </a:r>
            <a:endParaRPr sz="28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2" y="1334342"/>
            <a:ext cx="11382375" cy="971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2580212"/>
            <a:ext cx="10058400" cy="952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425" y="3807032"/>
            <a:ext cx="10725150" cy="952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2550" y="5033852"/>
            <a:ext cx="1866900" cy="8096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 lvl="1"/>
            <a:r>
              <a:rPr b="1"/>
              <a:t>Verwacht vermogen</a:t>
            </a:r>
            <a:r>
              <a:t> : 5W</a:t>
            </a:r>
          </a:p>
          <a:p>
            <a:pPr lvl="1"/>
            <a:r>
              <a:rPr b="1"/>
              <a:t>Frequentie</a:t>
            </a:r>
            <a:r>
              <a:t> : 475 kHz</a:t>
            </a:r>
          </a:p>
          <a:p>
            <a:pPr lvl="1"/>
            <a:r>
              <a:rPr b="1"/>
              <a:t>Voedingsspanning</a:t>
            </a:r>
            <a:r>
              <a:t> : 12.5 V</a:t>
            </a:r>
          </a:p>
          <a:p>
            <a:pPr lvl="1"/>
            <a:r>
              <a:rPr b="1"/>
              <a:t>Kwaliteitsfactor</a:t>
            </a:r>
            <a:r>
              <a:t> : 5</a:t>
            </a:r>
          </a:p>
          <a:p>
            <a:pPr lvl="1"/>
            <a:r>
              <a:rPr b="1"/>
              <a:t>Saturatiespanning</a:t>
            </a:r>
            <a:r>
              <a:t> 0.5V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Voorbeeld 1 : Opgave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RL = 14.88 Ohm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C₁ = 4.78 nF (i.e. complexe impedantie van -70.07 i Ohm)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C₂ = 6.04 nF (i.e. complexe impedantie van -55.50 i Ohm)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L₂ = 24.93 uH (i.e. complexe impedantie van 74.39 i Ohm)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Totale complexe impedantie (seriekring):  18.89 i Ohm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Maximale stroom uit de voeding: 416.67 mA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Maximale source-drain spanning (transistor): 55.62 V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Hierbij werd een 80% veiligheidsmarge genomen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We kunnen de uitgang omwerken naar een impedantie van 50 Ohm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door een transformator met wikkelverhouding: 1.83 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Voorbeeld1 : berekende elementen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Voorbeeld 1: Bekomen schema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1486" y="539496"/>
            <a:ext cx="7269027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* Class E amp 1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M_M1         2 1 0 0 FDB33N25 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L_L1         2 3  1000uH  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C_C1         2 0  4.78nF  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L_L2         4 5  24.93uH  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C_C2         2 4  6.04nF  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R_RL         5 0  14.88 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V_Vdd        3 0 12.5V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V_Vin        1 0 PULSE(0 9 1.05u 20n 20n 1.05u 2.10526u) DC=0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.model FDB33N25 VDMOS(Rg=3 Rd=40m Rs=27m Vto=5.35 Kp=35 lambda=.05 Cgdmax=1.1n Cgdmin=25p Cgs=1.7n Cjo=800p Is=7.94p Rb=7m mfg=Fairchild Vds=250 Ron=94m Qg=37n)</a:t>
            </a: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Voorbeeld1 : Spice file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Voorbeeld 1: Verloop spanningen (opstarten oscillatie)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881" y="539496"/>
            <a:ext cx="9106238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Voorbeeld 1: detail van de opstart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313" y="539496"/>
            <a:ext cx="9031374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Voorbeeld 1: detail 1 periode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404" y="539496"/>
            <a:ext cx="8957192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Voorbeeld 1: Schema met aanpassing 50 Ohm coax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9496"/>
            <a:ext cx="12192000" cy="517378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 lvl="1"/>
            <a:r>
              <a:rPr b="1"/>
              <a:t>Verwacht vermogen</a:t>
            </a:r>
            <a:r>
              <a:t> : 50W</a:t>
            </a:r>
          </a:p>
          <a:p>
            <a:pPr lvl="1"/>
            <a:r>
              <a:rPr b="1"/>
              <a:t>Frequentie</a:t>
            </a:r>
            <a:r>
              <a:t> : 137.77 kHz</a:t>
            </a:r>
          </a:p>
          <a:p>
            <a:pPr lvl="1"/>
            <a:r>
              <a:rPr b="1"/>
              <a:t>Voedingsspanning</a:t>
            </a:r>
            <a:r>
              <a:t> : 12.5 V</a:t>
            </a:r>
          </a:p>
          <a:p>
            <a:pPr lvl="1"/>
            <a:r>
              <a:rPr b="1"/>
              <a:t>Kwaliteitsfactor</a:t>
            </a:r>
            <a:r>
              <a:t> : 5</a:t>
            </a:r>
          </a:p>
          <a:p>
            <a:pPr lvl="1"/>
            <a:r>
              <a:rPr b="1"/>
              <a:t>Saturatiespanning</a:t>
            </a:r>
            <a:r>
              <a:t> 0.9V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Voorbeeld 2 : Opgave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RL = 1.39 Ohm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C₁ = 176.90 nF (i.e. complexe impedantie van -6.53 i Ohm)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C₂ = 222.56 nF (i.e. complexe impedantie van -5.19 i Ohm)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L₂ = 8.03 uH (i.e. complexe impedantie van 6.95 i Ohm)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Totale complexe impedantie (seriekring):  1.76 i Ohm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Maximale stroom uit de voeding: 4310.34 mA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Maximale source-drain spanning (transistor): 55.62 V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Hierbij werd een 80% veiligheidsmarge genomen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We kunnen de uitgang omwerken naar een impedantie van 50 Ohm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door een transformator met wikkelverhouding: 6.00 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Voorbeeld 2: waardes componenten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Voorbeeld 2: Bekomen schema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1486" y="539496"/>
            <a:ext cx="7269027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Voorbeeld 2: aanpassing 50 Ohm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9496"/>
            <a:ext cx="12192000" cy="517378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* Class E amp 1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M_M1         2 1 0 0 FDB33N25 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L_L1         2 3  270uH  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C_C1         2 0  176.9nF  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L_L2         4 5  8.03uH  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C_C2         2 4  222.56nF  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R_RL         5 0  1.39 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V_Vdd        3 0 12.5V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V_Vin        1 0 PULSE(0 9 3.65u 20n 20n 3.65u 7.3u) DC=0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.model FDB33N25 VDMOS(Rg=3 Rd=40m Rs=27m Vto=5.35 Kp=35 lambda=.05 Cgdmax=1.1n Cgdmin=25p Cgs=1.7n Cjo=800p Is=7.94p Rb=7m mfg=Fairchild Vds=250 Ron=94m Qg=37n)</a:t>
            </a: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Voorbeeld 2: SPICE file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Voorbeeld 2: bekomen oscillatie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094" y="539496"/>
            <a:ext cx="11357811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Voorbeeld 2: detail opstartsequentie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657" y="539496"/>
            <a:ext cx="11386686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Voorbeeld 2: 1 periode van de Steady State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202" y="539496"/>
            <a:ext cx="11185595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Voorbeeld 3: Klasse E met injection locking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628" y="539496"/>
            <a:ext cx="8020743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* Class E Tsai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M_SWn        0 11 10 0 nmos W=31580u L=0.35u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M_SWp        3 11 10 3 pmos W=500u L=0.35u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* stage 1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L_L1         3 6  0.37nH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L_L2         3 7  0.37nH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M_11         10 1 6 0 nmos W=980u L=0.35u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M_12         10 7 6 0 nmos W=980u L=0.35u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M_13         10 6 7 0 nmos W=980u L=0.35u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M_14         10 2 7 0 nmos W=980u L=0.35u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* stage 2</a:t>
            </a: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900" b="1" i="0">
                <a:latin typeface="Arial"/>
              </a:rPr>
              <a:t>Voorbeeld 3: SPICE file Klasse E circuit met injection locking</a:t>
            </a:r>
            <a:endParaRPr sz="2900" b="1" i="0">
              <a:latin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M_21         10 6 8 0 nmos W=3600u L=0.35u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M_22         10 9 8 0 nmos W=4800u L=0.35u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M_23         10 8 9 0 nmos W=4800u L=0.35u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M_24         10 7 9 0 nmos W=3600u L=0.35u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L_L3         3 8  0.37nH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L_L4         3 9  0.37nH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L_L5         8 4  0.8nH 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L_L6         9 5  0.8nH 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C_C1         4 5  5.1pF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* belasting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R_RL1        4 0  50 </a:t>
            </a: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900" b="1" i="0">
                <a:latin typeface="Arial"/>
              </a:rPr>
              <a:t>Voorbeeld 3: SPICE file Klasse E circuit met injection locking</a:t>
            </a:r>
            <a:endParaRPr sz="2900" b="1" i="0">
              <a:latin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R_RL2        5 0  50 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.include simul/berkeley35.lib</a:t>
            </a: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900" b="1" i="0">
                <a:latin typeface="Arial"/>
              </a:rPr>
              <a:t>Voorbeeld 3: SPICE file Klasse E circuit met injection locking</a:t>
            </a:r>
            <a:endParaRPr sz="2900" b="1" i="0">
              <a:latin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900" b="1" i="0">
                <a:latin typeface="Arial"/>
              </a:rPr>
              <a:t>Voorbeeld 3: simulatie Klasse E circuit met injection locking</a:t>
            </a:r>
            <a:endParaRPr sz="29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701" y="539496"/>
            <a:ext cx="9058597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Voorbeeld 3: 1 periode M21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327" y="539496"/>
            <a:ext cx="8997345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Voorbeeld 3: 1 periode M22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895" y="539496"/>
            <a:ext cx="9072209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Samenvatting en Conclusies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/>
            <a:r>
              <a:t>De klasse E versterker biedt verschillende belangrijke voordelen:</a:t>
            </a:r>
          </a:p>
          <a:p>
            <a:pPr lvl="1"/>
            <a:r>
              <a:rPr b="1"/>
              <a:t>Efficiëntie:</a:t>
            </a:r>
          </a:p>
          <a:p>
            <a:pPr lvl="2"/>
            <a:r>
              <a:t>Theoretisch tot 100% efficiëntie mogelijk</a:t>
            </a:r>
          </a:p>
          <a:p>
            <a:pPr lvl="2"/>
            <a:r>
              <a:t>Praktisch 85-95% haalbaar</a:t>
            </a:r>
          </a:p>
          <a:p>
            <a:pPr lvl="2"/>
            <a:r>
              <a:t>Ideaal voor batterij-gevoede toepassingen</a:t>
            </a:r>
          </a:p>
          <a:p>
            <a:pPr lvl="1"/>
            <a:r>
              <a:rPr b="1"/>
              <a:t>Frequentiebereik:</a:t>
            </a:r>
          </a:p>
          <a:p>
            <a:pPr lvl="2"/>
            <a:r>
              <a:t>Optimaal voor hoogfrequent toepassingen (MHz-GHz)</a:t>
            </a:r>
          </a:p>
          <a:p>
            <a:pPr lvl="2"/>
            <a:r>
              <a:t>Beperkte bandbreedte rond resonantiefrequentie</a:t>
            </a:r>
          </a:p>
          <a:p>
            <a:pPr lvl="2"/>
            <a:r>
              <a:t>Geschikt voor narrowband communicatie</a:t>
            </a:r>
          </a:p>
          <a:p>
            <a:pPr lvl="1"/>
            <a:r>
              <a:rPr b="1"/>
              <a:t>Implementatie:</a:t>
            </a:r>
          </a:p>
          <a:p>
            <a:pPr lvl="2"/>
            <a:r>
              <a:t>Eenvoudige topologie met één transistor</a:t>
            </a:r>
          </a:p>
          <a:p>
            <a:pPr lvl="2"/>
            <a:r>
              <a:t>Kritische timing tussen spanning en stroom</a:t>
            </a:r>
          </a:p>
          <a:p>
            <a:pPr lvl="2"/>
            <a:r>
              <a:t>Nauwkeurige componentwaarden vereist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Belangrijkste Eigenschappen van Klasse E Versterkers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 lvl="1"/>
            <a:r>
              <a:rPr b="1"/>
              <a:t>Moderne Communicatiesystemen:</a:t>
            </a:r>
          </a:p>
          <a:p>
            <a:pPr lvl="2"/>
            <a:r>
              <a:t>GSM/UMTS/LTE zendversterkers</a:t>
            </a:r>
          </a:p>
          <a:p>
            <a:pPr lvl="2"/>
            <a:r>
              <a:t>WiFi en Bluetooth transmitters</a:t>
            </a:r>
          </a:p>
          <a:p>
            <a:pPr lvl="2"/>
            <a:r>
              <a:t>RFID en NFC systemen</a:t>
            </a:r>
          </a:p>
          <a:p>
            <a:pPr lvl="2"/>
            <a:r>
              <a:t>Satellietcommunicatie</a:t>
            </a:r>
          </a:p>
          <a:p>
            <a:pPr lvl="1"/>
            <a:r>
              <a:rPr b="1"/>
              <a:t>Vooruitblik:</a:t>
            </a:r>
          </a:p>
          <a:p>
            <a:pPr lvl="2"/>
            <a:r>
              <a:t>5G millimeter-golf toepassingen</a:t>
            </a:r>
          </a:p>
          <a:p>
            <a:pPr lvl="2"/>
            <a:r>
              <a:t>IoT low-power transmitters</a:t>
            </a:r>
          </a:p>
          <a:p>
            <a:pPr lvl="2"/>
            <a:r>
              <a:t>Draadloze energieoverdracht</a:t>
            </a:r>
          </a:p>
          <a:p>
            <a:pPr lvl="2"/>
            <a:r>
              <a:t>Geïntegreerde on-chip oplossingen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Toepassingsgebieden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KULeuvenThema600jaar">
  <a:themeElements>
    <a:clrScheme name="KU Leuven 600-jaar">
      <a:dk1>
        <a:srgbClr val="001D41"/>
      </a:dk1>
      <a:lt1>
        <a:sysClr val="window" lastClr="FFFFFF"/>
      </a:lt1>
      <a:dk2>
        <a:srgbClr val="2F4D5D"/>
      </a:dk2>
      <a:lt2>
        <a:srgbClr val="CCD9E5"/>
      </a:lt2>
      <a:accent1>
        <a:srgbClr val="2F4D5D"/>
      </a:accent1>
      <a:accent2>
        <a:srgbClr val="1D8DB0"/>
      </a:accent2>
      <a:accent3>
        <a:srgbClr val="52BDEC"/>
      </a:accent3>
      <a:accent4>
        <a:srgbClr val="87C0BD"/>
      </a:accent4>
      <a:accent5>
        <a:srgbClr val="D4776E"/>
      </a:accent5>
      <a:accent6>
        <a:srgbClr val="E4DA3E"/>
      </a:accent6>
      <a:hlink>
        <a:srgbClr val="001D41"/>
      </a:hlink>
      <a:folHlink>
        <a:srgbClr val="52BDE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1d41a3b-f33d-4db6-b532-757106a7a2ae">
      <Terms xmlns="http://schemas.microsoft.com/office/infopath/2007/PartnerControls"/>
    </lcf76f155ced4ddcb4097134ff3c332f>
    <TaxCatchAll xmlns="bf25a9bf-a811-4965-9d0a-b88059080fe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C495A181F81B4C9DE5AD85CD0F70D4" ma:contentTypeVersion="18" ma:contentTypeDescription="Een nieuw document maken." ma:contentTypeScope="" ma:versionID="6ba28a59cba4a02a693681f32745d77b">
  <xsd:schema xmlns:xsd="http://www.w3.org/2001/XMLSchema" xmlns:xs="http://www.w3.org/2001/XMLSchema" xmlns:p="http://schemas.microsoft.com/office/2006/metadata/properties" xmlns:ns2="81d41a3b-f33d-4db6-b532-757106a7a2ae" xmlns:ns3="bf25a9bf-a811-4965-9d0a-b88059080fed" targetNamespace="http://schemas.microsoft.com/office/2006/metadata/properties" ma:root="true" ma:fieldsID="b996b4a4c0d83f5cfec71b22aba921d2" ns2:_="" ns3:_="">
    <xsd:import namespace="81d41a3b-f33d-4db6-b532-757106a7a2ae"/>
    <xsd:import namespace="bf25a9bf-a811-4965-9d0a-b88059080fe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d41a3b-f33d-4db6-b532-757106a7a2a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Afbeeldingtags" ma:readOnly="false" ma:fieldId="{5cf76f15-5ced-4ddc-b409-7134ff3c332f}" ma:taxonomyMulti="true" ma:sspId="8b6fc0cd-01fe-45a4-a6f7-42bcc5426b5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25a9bf-a811-4965-9d0a-b88059080fed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055f8838-efd9-4f0c-8182-7a796d537cb6}" ma:internalName="TaxCatchAll" ma:showField="CatchAllData" ma:web="bf25a9bf-a811-4965-9d0a-b88059080fe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EE9034D-0B43-4AB0-9535-9A62DB37A999}">
  <ds:schemaRefs>
    <ds:schemaRef ds:uri="http://www.w3.org/XML/1998/namespace"/>
    <ds:schemaRef ds:uri="81d41a3b-f33d-4db6-b532-757106a7a2ae"/>
    <ds:schemaRef ds:uri="http://purl.org/dc/dcmitype/"/>
    <ds:schemaRef ds:uri="http://purl.org/dc/elements/1.1/"/>
    <ds:schemaRef ds:uri="http://schemas.microsoft.com/office/2006/documentManagement/types"/>
    <ds:schemaRef ds:uri="bf25a9bf-a811-4965-9d0a-b88059080fed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263A7949-1B93-457F-8888-53CC8A016F7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A270F01-48F1-4A41-8E26-ACAC668969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d41a3b-f33d-4db6-b532-757106a7a2ae"/>
    <ds:schemaRef ds:uri="bf25a9bf-a811-4965-9d0a-b88059080fe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KULeuvenThema600jaar</vt:lpstr>
    </vt:vector>
  </TitlesOfParts>
  <Manager/>
  <Company>KULeuven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subject/>
  <dc:creator>jan.genoe@kuleuven.be</dc:creator>
  <cp:keywords/>
  <dc:description/>
  <cp:lastModifiedBy>Jan Genoe</cp:lastModifiedBy>
  <cp:revision>17</cp:revision>
  <dcterms:created xsi:type="dcterms:W3CDTF">2017-06-28T07:18:12Z</dcterms:created>
  <dcterms:modified xsi:type="dcterms:W3CDTF">2025-10-11T17:51:24Z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0x010100B8C495A181F81B4C9DE5AD85CD0F70D4</vt:lpwstr>
  </property>
  <property fmtid="{D5CDD505-2E9C-101B-9397-08002B2CF9AE}" pid="3" name="MediaServiceImageTags">
    <vt:lpwstr/>
  </property>
  <property fmtid="{D5CDD505-2E9C-101B-9397-08002B2CF9AE}" pid="4" name="MSIP_Label_f0eba32c-0974-4663-a3a1-3cd8c30938e9_Enabled">
    <vt:lpwstr>true</vt:lpwstr>
  </property>
  <property fmtid="{D5CDD505-2E9C-101B-9397-08002B2CF9AE}" pid="5" name="MSIP_Label_f0eba32c-0974-4663-a3a1-3cd8c30938e9_SetDate">
    <vt:lpwstr>2025-09-20T11:19:19Z</vt:lpwstr>
  </property>
  <property fmtid="{D5CDD505-2E9C-101B-9397-08002B2CF9AE}" pid="6" name="MSIP_Label_f0eba32c-0974-4663-a3a1-3cd8c30938e9_Method">
    <vt:lpwstr>Privileged</vt:lpwstr>
  </property>
  <property fmtid="{D5CDD505-2E9C-101B-9397-08002B2CF9AE}" pid="7" name="MSIP_Label_f0eba32c-0974-4663-a3a1-3cd8c30938e9_Name">
    <vt:lpwstr>Public - General - Unmarked</vt:lpwstr>
  </property>
  <property fmtid="{D5CDD505-2E9C-101B-9397-08002B2CF9AE}" pid="8" name="MSIP_Label_f0eba32c-0974-4663-a3a1-3cd8c30938e9_SiteId">
    <vt:lpwstr>a72d5a72-25ee-40f0-9bd1-067cb5b770d4</vt:lpwstr>
  </property>
  <property fmtid="{D5CDD505-2E9C-101B-9397-08002B2CF9AE}" pid="9" name="MSIP_Label_f0eba32c-0974-4663-a3a1-3cd8c30938e9_ActionId">
    <vt:lpwstr>9a0ea56e-4970-4b94-8005-5d7be7d11852</vt:lpwstr>
  </property>
  <property fmtid="{D5CDD505-2E9C-101B-9397-08002B2CF9AE}" pid="10" name="MSIP_Label_f0eba32c-0974-4663-a3a1-3cd8c30938e9_ContentBits">
    <vt:lpwstr>0</vt:lpwstr>
  </property>
  <property fmtid="{D5CDD505-2E9C-101B-9397-08002B2CF9AE}" pid="11" name="MSIP_Label_f0eba32c-0974-4663-a3a1-3cd8c30938e9_Tag">
    <vt:lpwstr>10, 0, 1, 1</vt:lpwstr>
  </property>
</Properties>
</file>