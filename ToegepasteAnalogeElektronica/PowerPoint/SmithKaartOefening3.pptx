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D41"/>
    <a:srgbClr val="00407A"/>
    <a:srgbClr val="00417E"/>
    <a:srgbClr val="CCD9E5"/>
    <a:srgbClr val="1D8DB0"/>
    <a:srgbClr val="2F4D5D"/>
    <a:srgbClr val="DCE7F0"/>
    <a:srgbClr val="005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5133F-5F20-694B-80A0-FFA82CA13C3D}" v="6" dt="2025-01-15T14:53:06.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76" autoAdjust="0"/>
    <p:restoredTop sz="94635"/>
  </p:normalViewPr>
  <p:slideViewPr>
    <p:cSldViewPr snapToGrid="0">
      <p:cViewPr>
        <p:scale>
          <a:sx n="100" d="100"/>
          <a:sy n="100" d="100"/>
        </p:scale>
        <p:origin x="2008" y="5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microsoft.com/office/2015/10/relationships/revisionInfo" Target="revisionInfo.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el Titeca" userId="e309ecbf-1eb1-4781-a08b-88c329732184" providerId="ADAL" clId="{E21B21D8-D0A4-3F40-8E97-8C10D55D8AD9}"/>
    <pc:docChg chg="undo custSel addSld delSld modSld modMainMaster">
      <pc:chgData name="Karel Titeca" userId="e309ecbf-1eb1-4781-a08b-88c329732184" providerId="ADAL" clId="{E21B21D8-D0A4-3F40-8E97-8C10D55D8AD9}" dt="2025-01-10T09:12:25.370" v="82" actId="2696"/>
      <pc:docMkLst>
        <pc:docMk/>
      </pc:docMkLst>
      <pc:sldChg chg="del">
        <pc:chgData name="Karel Titeca" userId="e309ecbf-1eb1-4781-a08b-88c329732184" providerId="ADAL" clId="{E21B21D8-D0A4-3F40-8E97-8C10D55D8AD9}" dt="2025-01-09T13:35:50.278" v="48" actId="2696"/>
        <pc:sldMkLst>
          <pc:docMk/>
          <pc:sldMk cId="1271260813" sldId="267"/>
        </pc:sldMkLst>
      </pc:sldChg>
      <pc:sldChg chg="del setBg">
        <pc:chgData name="Karel Titeca" userId="e309ecbf-1eb1-4781-a08b-88c329732184" providerId="ADAL" clId="{E21B21D8-D0A4-3F40-8E97-8C10D55D8AD9}" dt="2025-01-09T13:35:50.278" v="48" actId="2696"/>
        <pc:sldMkLst>
          <pc:docMk/>
          <pc:sldMk cId="508426678" sldId="271"/>
        </pc:sldMkLst>
      </pc:sldChg>
      <pc:sldChg chg="addSp delSp modSp mod chgLayout">
        <pc:chgData name="Karel Titeca" userId="e309ecbf-1eb1-4781-a08b-88c329732184" providerId="ADAL" clId="{E21B21D8-D0A4-3F40-8E97-8C10D55D8AD9}" dt="2025-01-10T09:08:36.639" v="78" actId="931"/>
        <pc:sldMkLst>
          <pc:docMk/>
          <pc:sldMk cId="1969548842" sldId="272"/>
        </pc:sldMkLst>
        <pc:spChg chg="add mod ord">
          <ac:chgData name="Karel Titeca" userId="e309ecbf-1eb1-4781-a08b-88c329732184" providerId="ADAL" clId="{E21B21D8-D0A4-3F40-8E97-8C10D55D8AD9}" dt="2025-01-09T13:41:41.789" v="74" actId="700"/>
          <ac:spMkLst>
            <pc:docMk/>
            <pc:sldMk cId="1969548842" sldId="272"/>
            <ac:spMk id="21" creationId="{DF82E9FA-B200-B169-064F-EF43B636FD1A}"/>
          </ac:spMkLst>
        </pc:spChg>
        <pc:picChg chg="add mod">
          <ac:chgData name="Karel Titeca" userId="e309ecbf-1eb1-4781-a08b-88c329732184" providerId="ADAL" clId="{E21B21D8-D0A4-3F40-8E97-8C10D55D8AD9}" dt="2025-01-10T09:08:36.639" v="78" actId="931"/>
          <ac:picMkLst>
            <pc:docMk/>
            <pc:sldMk cId="1969548842" sldId="272"/>
            <ac:picMk id="5" creationId="{8A6B8130-7EF4-8DFD-935B-5EAA169EE541}"/>
          </ac:picMkLst>
        </pc:picChg>
      </pc:sldChg>
      <pc:sldChg chg="del setBg">
        <pc:chgData name="Karel Titeca" userId="e309ecbf-1eb1-4781-a08b-88c329732184" providerId="ADAL" clId="{E21B21D8-D0A4-3F40-8E97-8C10D55D8AD9}" dt="2025-01-09T13:35:50.278" v="48" actId="2696"/>
        <pc:sldMkLst>
          <pc:docMk/>
          <pc:sldMk cId="615588416" sldId="273"/>
        </pc:sldMkLst>
      </pc:sldChg>
      <pc:sldChg chg="new del">
        <pc:chgData name="Karel Titeca" userId="e309ecbf-1eb1-4781-a08b-88c329732184" providerId="ADAL" clId="{E21B21D8-D0A4-3F40-8E97-8C10D55D8AD9}" dt="2025-01-10T09:12:25.370" v="82" actId="2696"/>
        <pc:sldMkLst>
          <pc:docMk/>
          <pc:sldMk cId="3841677715" sldId="273"/>
        </pc:sldMkLst>
      </pc:sldChg>
      <pc:sldChg chg="new del">
        <pc:chgData name="Karel Titeca" userId="e309ecbf-1eb1-4781-a08b-88c329732184" providerId="ADAL" clId="{E21B21D8-D0A4-3F40-8E97-8C10D55D8AD9}" dt="2025-01-10T09:12:22.787" v="81" actId="2696"/>
        <pc:sldMkLst>
          <pc:docMk/>
          <pc:sldMk cId="682381677" sldId="274"/>
        </pc:sldMkLst>
      </pc:sldChg>
      <pc:sldChg chg="del">
        <pc:chgData name="Karel Titeca" userId="e309ecbf-1eb1-4781-a08b-88c329732184" providerId="ADAL" clId="{E21B21D8-D0A4-3F40-8E97-8C10D55D8AD9}" dt="2025-01-09T13:35:50.278" v="48" actId="2696"/>
        <pc:sldMkLst>
          <pc:docMk/>
          <pc:sldMk cId="4262873472" sldId="274"/>
        </pc:sldMkLst>
      </pc:sldChg>
      <pc:sldChg chg="del">
        <pc:chgData name="Karel Titeca" userId="e309ecbf-1eb1-4781-a08b-88c329732184" providerId="ADAL" clId="{E21B21D8-D0A4-3F40-8E97-8C10D55D8AD9}" dt="2025-01-09T13:35:50.278" v="48" actId="2696"/>
        <pc:sldMkLst>
          <pc:docMk/>
          <pc:sldMk cId="1688863856" sldId="275"/>
        </pc:sldMkLst>
      </pc:sldChg>
      <pc:sldChg chg="del">
        <pc:chgData name="Karel Titeca" userId="e309ecbf-1eb1-4781-a08b-88c329732184" providerId="ADAL" clId="{E21B21D8-D0A4-3F40-8E97-8C10D55D8AD9}" dt="2025-01-09T13:35:50.278" v="48" actId="2696"/>
        <pc:sldMkLst>
          <pc:docMk/>
          <pc:sldMk cId="1642340622" sldId="276"/>
        </pc:sldMkLst>
      </pc:sldChg>
      <pc:sldMasterChg chg="modSldLayout">
        <pc:chgData name="Karel Titeca" userId="e309ecbf-1eb1-4781-a08b-88c329732184" providerId="ADAL" clId="{E21B21D8-D0A4-3F40-8E97-8C10D55D8AD9}" dt="2025-01-09T13:36:45.927" v="56"/>
        <pc:sldMasterMkLst>
          <pc:docMk/>
          <pc:sldMasterMk cId="463755981" sldId="2147483648"/>
        </pc:sldMasterMkLst>
        <pc:sldLayoutChg chg="addSp delSp modSp mod setBg">
          <pc:chgData name="Karel Titeca" userId="e309ecbf-1eb1-4781-a08b-88c329732184" providerId="ADAL" clId="{E21B21D8-D0A4-3F40-8E97-8C10D55D8AD9}" dt="2025-01-09T13:36:45.927" v="56"/>
          <pc:sldLayoutMkLst>
            <pc:docMk/>
            <pc:sldMasterMk cId="463755981" sldId="2147483648"/>
            <pc:sldLayoutMk cId="2102180824" sldId="2147483650"/>
          </pc:sldLayoutMkLst>
        </pc:sldLayoutChg>
        <pc:sldLayoutChg chg="addSp delSp modSp mod setBg">
          <pc:chgData name="Karel Titeca" userId="e309ecbf-1eb1-4781-a08b-88c329732184" providerId="ADAL" clId="{E21B21D8-D0A4-3F40-8E97-8C10D55D8AD9}" dt="2025-01-09T13:36:39.816" v="53"/>
          <pc:sldLayoutMkLst>
            <pc:docMk/>
            <pc:sldMasterMk cId="463755981" sldId="2147483648"/>
            <pc:sldLayoutMk cId="955606081" sldId="2147483666"/>
          </pc:sldLayoutMkLst>
        </pc:sldLayoutChg>
      </pc:sldMasterChg>
    </pc:docChg>
  </pc:docChgLst>
  <pc:docChgLst>
    <pc:chgData name="Machteld Van den Neste" userId="8615916f-9347-4b42-93ba-e5bd1dd13089" providerId="ADAL" clId="{61B0EDAE-C254-4FB6-99BB-9B6D44090C99}"/>
    <pc:docChg chg="undo custSel addSld delSld modSld modMainMaster">
      <pc:chgData name="Machteld Van den Neste" userId="8615916f-9347-4b42-93ba-e5bd1dd13089" providerId="ADAL" clId="{61B0EDAE-C254-4FB6-99BB-9B6D44090C99}" dt="2025-01-02T09:47:30.990" v="249" actId="478"/>
      <pc:docMkLst>
        <pc:docMk/>
      </pc:docMkLst>
      <pc:sldChg chg="modSp del">
        <pc:chgData name="Machteld Van den Neste" userId="8615916f-9347-4b42-93ba-e5bd1dd13089" providerId="ADAL" clId="{61B0EDAE-C254-4FB6-99BB-9B6D44090C99}" dt="2025-01-02T08:50:25.549" v="47" actId="47"/>
        <pc:sldMkLst>
          <pc:docMk/>
          <pc:sldMk cId="377603362" sldId="256"/>
        </pc:sldMkLst>
      </pc:sldChg>
      <pc:sldChg chg="del">
        <pc:chgData name="Machteld Van den Neste" userId="8615916f-9347-4b42-93ba-e5bd1dd13089" providerId="ADAL" clId="{61B0EDAE-C254-4FB6-99BB-9B6D44090C99}" dt="2025-01-02T08:57:21.143" v="72" actId="47"/>
        <pc:sldMkLst>
          <pc:docMk/>
          <pc:sldMk cId="375218072" sldId="258"/>
        </pc:sldMkLst>
      </pc:sldChg>
      <pc:sldChg chg="del">
        <pc:chgData name="Machteld Van den Neste" userId="8615916f-9347-4b42-93ba-e5bd1dd13089" providerId="ADAL" clId="{61B0EDAE-C254-4FB6-99BB-9B6D44090C99}" dt="2025-01-02T09:06:42.738" v="121" actId="47"/>
        <pc:sldMkLst>
          <pc:docMk/>
          <pc:sldMk cId="532101724" sldId="268"/>
        </pc:sldMkLst>
      </pc:sldChg>
      <pc:sldChg chg="del">
        <pc:chgData name="Machteld Van den Neste" userId="8615916f-9347-4b42-93ba-e5bd1dd13089" providerId="ADAL" clId="{61B0EDAE-C254-4FB6-99BB-9B6D44090C99}" dt="2025-01-02T09:04:56.634" v="115" actId="47"/>
        <pc:sldMkLst>
          <pc:docMk/>
          <pc:sldMk cId="2409383368" sldId="269"/>
        </pc:sldMkLst>
      </pc:sldChg>
      <pc:sldChg chg="delSp modSp del mod">
        <pc:chgData name="Machteld Van den Neste" userId="8615916f-9347-4b42-93ba-e5bd1dd13089" providerId="ADAL" clId="{61B0EDAE-C254-4FB6-99BB-9B6D44090C99}" dt="2025-01-02T09:11:32.260" v="143" actId="47"/>
        <pc:sldMkLst>
          <pc:docMk/>
          <pc:sldMk cId="1603027037" sldId="270"/>
        </pc:sldMkLst>
      </pc:sldChg>
      <pc:sldChg chg="addSp delSp modSp new del mod">
        <pc:chgData name="Machteld Van den Neste" userId="8615916f-9347-4b42-93ba-e5bd1dd13089" providerId="ADAL" clId="{61B0EDAE-C254-4FB6-99BB-9B6D44090C99}" dt="2025-01-02T08:57:19.268" v="71" actId="47"/>
        <pc:sldMkLst>
          <pc:docMk/>
          <pc:sldMk cId="1107228455" sldId="272"/>
        </pc:sldMkLst>
      </pc:sldChg>
      <pc:sldChg chg="addSp delSp modSp new del mod setBg">
        <pc:chgData name="Machteld Van den Neste" userId="8615916f-9347-4b42-93ba-e5bd1dd13089" providerId="ADAL" clId="{61B0EDAE-C254-4FB6-99BB-9B6D44090C99}" dt="2025-01-02T08:48:49.262" v="39" actId="47"/>
        <pc:sldMkLst>
          <pc:docMk/>
          <pc:sldMk cId="1433282686" sldId="272"/>
        </pc:sldMkLst>
      </pc:sldChg>
      <pc:sldChg chg="addSp delSp modSp new mod">
        <pc:chgData name="Machteld Van den Neste" userId="8615916f-9347-4b42-93ba-e5bd1dd13089" providerId="ADAL" clId="{61B0EDAE-C254-4FB6-99BB-9B6D44090C99}" dt="2025-01-02T09:47:27.477" v="248" actId="478"/>
        <pc:sldMkLst>
          <pc:docMk/>
          <pc:sldMk cId="1969548842" sldId="272"/>
        </pc:sldMkLst>
      </pc:sldChg>
      <pc:sldChg chg="new">
        <pc:chgData name="Machteld Van den Neste" userId="8615916f-9347-4b42-93ba-e5bd1dd13089" providerId="ADAL" clId="{61B0EDAE-C254-4FB6-99BB-9B6D44090C99}" dt="2025-01-02T08:57:34.417" v="74" actId="680"/>
        <pc:sldMkLst>
          <pc:docMk/>
          <pc:sldMk cId="615588416" sldId="273"/>
        </pc:sldMkLst>
      </pc:sldChg>
      <pc:sldChg chg="new">
        <pc:chgData name="Machteld Van den Neste" userId="8615916f-9347-4b42-93ba-e5bd1dd13089" providerId="ADAL" clId="{61B0EDAE-C254-4FB6-99BB-9B6D44090C99}" dt="2025-01-02T09:05:02.753" v="116" actId="680"/>
        <pc:sldMkLst>
          <pc:docMk/>
          <pc:sldMk cId="4262873472" sldId="274"/>
        </pc:sldMkLst>
      </pc:sldChg>
      <pc:sldChg chg="new">
        <pc:chgData name="Machteld Van den Neste" userId="8615916f-9347-4b42-93ba-e5bd1dd13089" providerId="ADAL" clId="{61B0EDAE-C254-4FB6-99BB-9B6D44090C99}" dt="2025-01-02T09:06:48.676" v="122" actId="680"/>
        <pc:sldMkLst>
          <pc:docMk/>
          <pc:sldMk cId="1688863856" sldId="275"/>
        </pc:sldMkLst>
      </pc:sldChg>
      <pc:sldChg chg="addSp delSp modSp new del mod setBg">
        <pc:chgData name="Machteld Van den Neste" userId="8615916f-9347-4b42-93ba-e5bd1dd13089" providerId="ADAL" clId="{61B0EDAE-C254-4FB6-99BB-9B6D44090C99}" dt="2025-01-02T09:36:18.497" v="222" actId="47"/>
        <pc:sldMkLst>
          <pc:docMk/>
          <pc:sldMk cId="284695013" sldId="276"/>
        </pc:sldMkLst>
      </pc:sldChg>
      <pc:sldChg chg="addSp delSp modSp new mod">
        <pc:chgData name="Machteld Van den Neste" userId="8615916f-9347-4b42-93ba-e5bd1dd13089" providerId="ADAL" clId="{61B0EDAE-C254-4FB6-99BB-9B6D44090C99}" dt="2025-01-02T09:47:30.990" v="249" actId="478"/>
        <pc:sldMkLst>
          <pc:docMk/>
          <pc:sldMk cId="1642340622" sldId="276"/>
        </pc:sldMkLst>
      </pc:sldChg>
      <pc:sldChg chg="new del">
        <pc:chgData name="Machteld Van den Neste" userId="8615916f-9347-4b42-93ba-e5bd1dd13089" providerId="ADAL" clId="{61B0EDAE-C254-4FB6-99BB-9B6D44090C99}" dt="2025-01-02T09:43:12.032" v="240" actId="47"/>
        <pc:sldMkLst>
          <pc:docMk/>
          <pc:sldMk cId="3324634744" sldId="276"/>
        </pc:sldMkLst>
      </pc:sldChg>
      <pc:sldMasterChg chg="mod addSldLayout modSldLayout">
        <pc:chgData name="Machteld Van den Neste" userId="8615916f-9347-4b42-93ba-e5bd1dd13089" providerId="ADAL" clId="{61B0EDAE-C254-4FB6-99BB-9B6D44090C99}" dt="2025-01-02T09:41:54.269" v="239" actId="14100"/>
        <pc:sldMasterMkLst>
          <pc:docMk/>
          <pc:sldMasterMk cId="463755981" sldId="2147483648"/>
        </pc:sldMasterMkLst>
        <pc:sldLayoutChg chg="addSp delSp modSp mod setBg">
          <pc:chgData name="Machteld Van den Neste" userId="8615916f-9347-4b42-93ba-e5bd1dd13089" providerId="ADAL" clId="{61B0EDAE-C254-4FB6-99BB-9B6D44090C99}" dt="2025-01-02T08:55:35.661" v="55" actId="478"/>
          <pc:sldLayoutMkLst>
            <pc:docMk/>
            <pc:sldMasterMk cId="463755981" sldId="2147483648"/>
            <pc:sldLayoutMk cId="1128617704" sldId="2147483649"/>
          </pc:sldLayoutMkLst>
          <pc:spChg chg="mod">
            <ac:chgData name="Machteld Van den Neste" userId="8615916f-9347-4b42-93ba-e5bd1dd13089" providerId="ADAL" clId="{61B0EDAE-C254-4FB6-99BB-9B6D44090C99}" dt="2025-01-02T08:48:08.631" v="32" actId="1076"/>
            <ac:spMkLst>
              <pc:docMk/>
              <pc:sldMasterMk cId="463755981" sldId="2147483648"/>
              <pc:sldLayoutMk cId="1128617704" sldId="2147483649"/>
              <ac:spMk id="6" creationId="{F0056D20-55F3-317C-6661-10BE3B5BC581}"/>
            </ac:spMkLst>
          </pc:spChg>
        </pc:sldLayoutChg>
        <pc:sldLayoutChg chg="addSp delSp modSp mod setBg">
          <pc:chgData name="Machteld Van den Neste" userId="8615916f-9347-4b42-93ba-e5bd1dd13089" providerId="ADAL" clId="{61B0EDAE-C254-4FB6-99BB-9B6D44090C99}" dt="2025-01-02T08:56:33.236" v="70"/>
          <pc:sldLayoutMkLst>
            <pc:docMk/>
            <pc:sldMasterMk cId="463755981" sldId="2147483648"/>
            <pc:sldLayoutMk cId="2102180824" sldId="2147483650"/>
          </pc:sldLayoutMkLst>
        </pc:sldLayoutChg>
        <pc:sldLayoutChg chg="addSp delSp modSp mod">
          <pc:chgData name="Machteld Van den Neste" userId="8615916f-9347-4b42-93ba-e5bd1dd13089" providerId="ADAL" clId="{61B0EDAE-C254-4FB6-99BB-9B6D44090C99}" dt="2025-01-02T09:41:54.269" v="239" actId="14100"/>
          <pc:sldLayoutMkLst>
            <pc:docMk/>
            <pc:sldMasterMk cId="463755981" sldId="2147483648"/>
            <pc:sldLayoutMk cId="0" sldId="2147483661"/>
          </pc:sldLayoutMkLst>
          <pc:spChg chg="add mod ord">
            <ac:chgData name="Machteld Van den Neste" userId="8615916f-9347-4b42-93ba-e5bd1dd13089" providerId="ADAL" clId="{61B0EDAE-C254-4FB6-99BB-9B6D44090C99}" dt="2025-01-02T09:41:54.269" v="239" actId="14100"/>
            <ac:spMkLst>
              <pc:docMk/>
              <pc:sldMasterMk cId="463755981" sldId="2147483648"/>
              <pc:sldLayoutMk cId="0" sldId="2147483661"/>
              <ac:spMk id="3" creationId="{13391891-52D5-B43E-96A4-81AFBB31486B}"/>
            </ac:spMkLst>
          </pc:spChg>
          <pc:spChg chg="add mod">
            <ac:chgData name="Machteld Van den Neste" userId="8615916f-9347-4b42-93ba-e5bd1dd13089" providerId="ADAL" clId="{61B0EDAE-C254-4FB6-99BB-9B6D44090C99}" dt="2025-01-02T09:41:47.227" v="238" actId="3064"/>
            <ac:spMkLst>
              <pc:docMk/>
              <pc:sldMasterMk cId="463755981" sldId="2147483648"/>
              <pc:sldLayoutMk cId="0" sldId="2147483661"/>
              <ac:spMk id="4" creationId="{2E78632D-E6A2-312C-C612-BDDFA57CA267}"/>
            </ac:spMkLst>
          </pc:spChg>
        </pc:sldLayoutChg>
        <pc:sldLayoutChg chg="addSp delSp modSp mod">
          <pc:chgData name="Machteld Van den Neste" userId="8615916f-9347-4b42-93ba-e5bd1dd13089" providerId="ADAL" clId="{61B0EDAE-C254-4FB6-99BB-9B6D44090C99}" dt="2025-01-02T09:05:51.617" v="120"/>
          <pc:sldLayoutMkLst>
            <pc:docMk/>
            <pc:sldMasterMk cId="463755981" sldId="2147483648"/>
            <pc:sldLayoutMk cId="2729922542" sldId="2147483664"/>
          </pc:sldLayoutMkLst>
          <pc:spChg chg="add mod">
            <ac:chgData name="Machteld Van den Neste" userId="8615916f-9347-4b42-93ba-e5bd1dd13089" providerId="ADAL" clId="{61B0EDAE-C254-4FB6-99BB-9B6D44090C99}" dt="2025-01-02T09:05:51.617" v="120"/>
            <ac:spMkLst>
              <pc:docMk/>
              <pc:sldMasterMk cId="463755981" sldId="2147483648"/>
              <pc:sldLayoutMk cId="2729922542" sldId="2147483664"/>
              <ac:spMk id="2" creationId="{B8E699FC-673C-4C85-B4D7-5D55E303F407}"/>
            </ac:spMkLst>
          </pc:spChg>
        </pc:sldLayoutChg>
        <pc:sldLayoutChg chg="addSp delSp modSp mod">
          <pc:chgData name="Machteld Van den Neste" userId="8615916f-9347-4b42-93ba-e5bd1dd13089" providerId="ADAL" clId="{61B0EDAE-C254-4FB6-99BB-9B6D44090C99}" dt="2025-01-02T09:03:37.801" v="114" actId="113"/>
          <pc:sldLayoutMkLst>
            <pc:docMk/>
            <pc:sldMasterMk cId="463755981" sldId="2147483648"/>
            <pc:sldLayoutMk cId="961122991" sldId="2147483665"/>
          </pc:sldLayoutMkLst>
          <pc:spChg chg="add mod">
            <ac:chgData name="Machteld Van den Neste" userId="8615916f-9347-4b42-93ba-e5bd1dd13089" providerId="ADAL" clId="{61B0EDAE-C254-4FB6-99BB-9B6D44090C99}" dt="2025-01-02T09:03:37.801" v="114" actId="113"/>
            <ac:spMkLst>
              <pc:docMk/>
              <pc:sldMasterMk cId="463755981" sldId="2147483648"/>
              <pc:sldLayoutMk cId="961122991" sldId="2147483665"/>
              <ac:spMk id="7" creationId="{3BE6B130-1D11-E9C7-FB3D-DE28358B931F}"/>
            </ac:spMkLst>
          </pc:spChg>
        </pc:sldLayoutChg>
        <pc:sldLayoutChg chg="delSp modSp mod setBg">
          <pc:chgData name="Machteld Van den Neste" userId="8615916f-9347-4b42-93ba-e5bd1dd13089" providerId="ADAL" clId="{61B0EDAE-C254-4FB6-99BB-9B6D44090C99}" dt="2025-01-02T09:26:15.945" v="150"/>
          <pc:sldLayoutMkLst>
            <pc:docMk/>
            <pc:sldMasterMk cId="463755981" sldId="2147483648"/>
            <pc:sldLayoutMk cId="955606081" sldId="2147483666"/>
          </pc:sldLayoutMkLst>
        </pc:sldLayoutChg>
        <pc:sldLayoutChg chg="addSp delSp modSp mod">
          <pc:chgData name="Machteld Van den Neste" userId="8615916f-9347-4b42-93ba-e5bd1dd13089" providerId="ADAL" clId="{61B0EDAE-C254-4FB6-99BB-9B6D44090C99}" dt="2025-01-02T09:05:46.697" v="118"/>
          <pc:sldLayoutMkLst>
            <pc:docMk/>
            <pc:sldMasterMk cId="463755981" sldId="2147483648"/>
            <pc:sldLayoutMk cId="4239957473" sldId="2147483667"/>
          </pc:sldLayoutMkLst>
          <pc:spChg chg="add mod">
            <ac:chgData name="Machteld Van den Neste" userId="8615916f-9347-4b42-93ba-e5bd1dd13089" providerId="ADAL" clId="{61B0EDAE-C254-4FB6-99BB-9B6D44090C99}" dt="2025-01-02T09:05:46.697" v="118"/>
            <ac:spMkLst>
              <pc:docMk/>
              <pc:sldMasterMk cId="463755981" sldId="2147483648"/>
              <pc:sldLayoutMk cId="4239957473" sldId="2147483667"/>
              <ac:spMk id="3" creationId="{E9A25335-0D2B-ED58-6AAF-0CA4D0AF90E5}"/>
            </ac:spMkLst>
          </pc:spChg>
        </pc:sldLayoutChg>
        <pc:sldLayoutChg chg="delSp add mod modTransition">
          <pc:chgData name="Machteld Van den Neste" userId="8615916f-9347-4b42-93ba-e5bd1dd13089" providerId="ADAL" clId="{61B0EDAE-C254-4FB6-99BB-9B6D44090C99}" dt="2025-01-02T09:20:57.480" v="145" actId="478"/>
          <pc:sldLayoutMkLst>
            <pc:docMk/>
            <pc:sldMasterMk cId="463755981" sldId="2147483648"/>
            <pc:sldLayoutMk cId="2998040396" sldId="2147483668"/>
          </pc:sldLayoutMkLst>
        </pc:sldLayoutChg>
      </pc:sldMasterChg>
    </pc:docChg>
  </pc:docChgLst>
  <pc:docChgLst>
    <pc:chgData name="Karel Titeca" userId="e309ecbf-1eb1-4781-a08b-88c329732184" providerId="ADAL" clId="{2545133F-5F20-694B-80A0-FFA82CA13C3D}"/>
    <pc:docChg chg="custSel addSld delSld modSld modMainMaster">
      <pc:chgData name="Karel Titeca" userId="e309ecbf-1eb1-4781-a08b-88c329732184" providerId="ADAL" clId="{2545133F-5F20-694B-80A0-FFA82CA13C3D}" dt="2025-01-15T15:53:09.649" v="231" actId="680"/>
      <pc:docMkLst>
        <pc:docMk/>
      </pc:docMkLst>
      <pc:sldChg chg="addSp delSp modSp new del mod">
        <pc:chgData name="Karel Titeca" userId="e309ecbf-1eb1-4781-a08b-88c329732184" providerId="ADAL" clId="{2545133F-5F20-694B-80A0-FFA82CA13C3D}" dt="2025-01-10T09:58:15.698" v="143" actId="2696"/>
        <pc:sldMkLst>
          <pc:docMk/>
          <pc:sldMk cId="576512829" sldId="273"/>
        </pc:sldMkLst>
      </pc:sldChg>
      <pc:sldChg chg="modSp new del mod">
        <pc:chgData name="Karel Titeca" userId="e309ecbf-1eb1-4781-a08b-88c329732184" providerId="ADAL" clId="{2545133F-5F20-694B-80A0-FFA82CA13C3D}" dt="2025-01-15T14:55:01.571" v="230" actId="2696"/>
        <pc:sldMkLst>
          <pc:docMk/>
          <pc:sldMk cId="715517778" sldId="273"/>
        </pc:sldMkLst>
        <pc:spChg chg="mod">
          <ac:chgData name="Karel Titeca" userId="e309ecbf-1eb1-4781-a08b-88c329732184" providerId="ADAL" clId="{2545133F-5F20-694B-80A0-FFA82CA13C3D}" dt="2025-01-15T14:54:56.289" v="229" actId="20577"/>
          <ac:spMkLst>
            <pc:docMk/>
            <pc:sldMk cId="715517778" sldId="273"/>
            <ac:spMk id="2" creationId="{0818634F-AACF-670E-FF81-581FA6B45895}"/>
          </ac:spMkLst>
        </pc:spChg>
      </pc:sldChg>
      <pc:sldChg chg="modSp new del mod">
        <pc:chgData name="Karel Titeca" userId="e309ecbf-1eb1-4781-a08b-88c329732184" providerId="ADAL" clId="{2545133F-5F20-694B-80A0-FFA82CA13C3D}" dt="2025-01-15T14:53:36.299" v="187" actId="2696"/>
        <pc:sldMkLst>
          <pc:docMk/>
          <pc:sldMk cId="1871108053" sldId="273"/>
        </pc:sldMkLst>
        <pc:spChg chg="mod">
          <ac:chgData name="Karel Titeca" userId="e309ecbf-1eb1-4781-a08b-88c329732184" providerId="ADAL" clId="{2545133F-5F20-694B-80A0-FFA82CA13C3D}" dt="2025-01-15T14:53:32.653" v="186" actId="20577"/>
          <ac:spMkLst>
            <pc:docMk/>
            <pc:sldMk cId="1871108053" sldId="273"/>
            <ac:spMk id="2" creationId="{15AF4A44-095D-FD92-DC81-15796461E1B6}"/>
          </ac:spMkLst>
        </pc:spChg>
      </pc:sldChg>
      <pc:sldChg chg="new">
        <pc:chgData name="Karel Titeca" userId="e309ecbf-1eb1-4781-a08b-88c329732184" providerId="ADAL" clId="{2545133F-5F20-694B-80A0-FFA82CA13C3D}" dt="2025-01-15T15:53:09.649" v="231" actId="680"/>
        <pc:sldMkLst>
          <pc:docMk/>
          <pc:sldMk cId="2042924251" sldId="273"/>
        </pc:sldMkLst>
      </pc:sldChg>
      <pc:sldChg chg="new del">
        <pc:chgData name="Karel Titeca" userId="e309ecbf-1eb1-4781-a08b-88c329732184" providerId="ADAL" clId="{2545133F-5F20-694B-80A0-FFA82CA13C3D}" dt="2025-01-10T09:56:07.129" v="3" actId="2696"/>
        <pc:sldMkLst>
          <pc:docMk/>
          <pc:sldMk cId="2449635822" sldId="273"/>
        </pc:sldMkLst>
      </pc:sldChg>
      <pc:sldChg chg="addSp delSp modSp new del">
        <pc:chgData name="Karel Titeca" userId="e309ecbf-1eb1-4781-a08b-88c329732184" providerId="ADAL" clId="{2545133F-5F20-694B-80A0-FFA82CA13C3D}" dt="2025-01-10T09:57:22.619" v="138" actId="2696"/>
        <pc:sldMkLst>
          <pc:docMk/>
          <pc:sldMk cId="2997442449" sldId="273"/>
        </pc:sldMkLst>
      </pc:sldChg>
      <pc:sldChg chg="new del">
        <pc:chgData name="Karel Titeca" userId="e309ecbf-1eb1-4781-a08b-88c329732184" providerId="ADAL" clId="{2545133F-5F20-694B-80A0-FFA82CA13C3D}" dt="2025-01-10T09:56:23.802" v="12" actId="2696"/>
        <pc:sldMkLst>
          <pc:docMk/>
          <pc:sldMk cId="3858289603" sldId="273"/>
        </pc:sldMkLst>
      </pc:sldChg>
      <pc:sldMasterChg chg="addSldLayout modSldLayout">
        <pc:chgData name="Karel Titeca" userId="e309ecbf-1eb1-4781-a08b-88c329732184" providerId="ADAL" clId="{2545133F-5F20-694B-80A0-FFA82CA13C3D}" dt="2025-01-15T14:53:06.620" v="145" actId="12"/>
        <pc:sldMasterMkLst>
          <pc:docMk/>
          <pc:sldMasterMk cId="463755981" sldId="2147483648"/>
        </pc:sldMasterMkLst>
        <pc:sldLayoutChg chg="modSp mod">
          <pc:chgData name="Karel Titeca" userId="e309ecbf-1eb1-4781-a08b-88c329732184" providerId="ADAL" clId="{2545133F-5F20-694B-80A0-FFA82CA13C3D}" dt="2025-01-10T09:57:37.239" v="139" actId="207"/>
          <pc:sldLayoutMkLst>
            <pc:docMk/>
            <pc:sldMasterMk cId="463755981" sldId="2147483648"/>
            <pc:sldLayoutMk cId="1128617704" sldId="2147483649"/>
          </pc:sldLayoutMkLst>
          <pc:spChg chg="mod">
            <ac:chgData name="Karel Titeca" userId="e309ecbf-1eb1-4781-a08b-88c329732184" providerId="ADAL" clId="{2545133F-5F20-694B-80A0-FFA82CA13C3D}" dt="2025-01-10T09:57:37.239" v="139" actId="207"/>
            <ac:spMkLst>
              <pc:docMk/>
              <pc:sldMasterMk cId="463755981" sldId="2147483648"/>
              <pc:sldLayoutMk cId="1128617704" sldId="2147483649"/>
              <ac:spMk id="6" creationId="{F0056D20-55F3-317C-6661-10BE3B5BC581}"/>
            </ac:spMkLst>
          </pc:spChg>
        </pc:sldLayoutChg>
        <pc:sldLayoutChg chg="modSp add mod modTransition">
          <pc:chgData name="Karel Titeca" userId="e309ecbf-1eb1-4781-a08b-88c329732184" providerId="ADAL" clId="{2545133F-5F20-694B-80A0-FFA82CA13C3D}" dt="2025-01-15T14:53:06.620" v="145" actId="12"/>
          <pc:sldLayoutMkLst>
            <pc:docMk/>
            <pc:sldMasterMk cId="463755981" sldId="2147483648"/>
            <pc:sldLayoutMk cId="2045038603" sldId="2147483669"/>
          </pc:sldLayoutMkLst>
          <pc:spChg chg="mod">
            <ac:chgData name="Karel Titeca" userId="e309ecbf-1eb1-4781-a08b-88c329732184" providerId="ADAL" clId="{2545133F-5F20-694B-80A0-FFA82CA13C3D}" dt="2025-01-15T14:53:06.620" v="145" actId="12"/>
            <ac:spMkLst>
              <pc:docMk/>
              <pc:sldMasterMk cId="463755981" sldId="2147483648"/>
              <pc:sldLayoutMk cId="2045038603" sldId="2147483669"/>
              <ac:spMk id="8" creationId="{C01A8B63-1F44-5094-9E16-440828CEB08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6E0211-8DE3-C64F-AAE3-CB72D7CBE226}" type="datetime1">
              <a:rPr lang="en-US" smtClean="0"/>
              <a:t>10/11/25</a:t>
            </a:fld>
            <a:endParaRPr lang="nl-NL" dirty="0"/>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52A6D4-CD3D-5148-8B70-A84796F20135}" type="slidenum">
              <a:rPr lang="nl-NL" smtClean="0"/>
              <a:t>‹#›</a:t>
            </a:fld>
            <a:endParaRPr lang="nl-NL" dirty="0"/>
          </a:p>
        </p:txBody>
      </p:sp>
    </p:spTree>
    <p:extLst>
      <p:ext uri="{BB962C8B-B14F-4D97-AF65-F5344CB8AC3E}">
        <p14:creationId xmlns:p14="http://schemas.microsoft.com/office/powerpoint/2010/main" val="45891639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E9F3D4-1EB7-C24E-988E-C5578F74A120}" type="datetime1">
              <a:rPr lang="en-US" smtClean="0"/>
              <a:t>10/11/25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54E32A-327F-AF4B-8E1F-209FBF93D26D}" type="slidenum">
              <a:rPr lang="nl-NL" smtClean="0"/>
              <a:t>‹#›</a:t>
            </a:fld>
            <a:endParaRPr lang="nl-NL" dirty="0"/>
          </a:p>
        </p:txBody>
      </p:sp>
    </p:spTree>
    <p:extLst>
      <p:ext uri="{BB962C8B-B14F-4D97-AF65-F5344CB8AC3E}">
        <p14:creationId xmlns:p14="http://schemas.microsoft.com/office/powerpoint/2010/main" val="1464046713"/>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bg>
      <p:bgPr>
        <a:solidFill>
          <a:srgbClr val="001D41"/>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8BDB9EC-0874-2647-AB98-1103A741C35F}"/>
              </a:ext>
            </a:extLst>
          </p:cNvPr>
          <p:cNvSpPr>
            <a:spLocks noGrp="1"/>
          </p:cNvSpPr>
          <p:nvPr>
            <p:ph type="title" hasCustomPrompt="1"/>
          </p:nvPr>
        </p:nvSpPr>
        <p:spPr>
          <a:xfrm>
            <a:off x="6333667" y="1730828"/>
            <a:ext cx="5283534"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8" name="Afbeelding 7" descr="Afbeelding met Lettertype, Graphics, logo, schermopname&#10;&#10;Automatisch gegenereerde beschrijving">
            <a:extLst>
              <a:ext uri="{FF2B5EF4-FFF2-40B4-BE49-F238E27FC236}">
                <a16:creationId xmlns:a16="http://schemas.microsoft.com/office/drawing/2014/main" id="{5D495572-740C-622D-A0A0-55B335E879EE}"/>
              </a:ext>
            </a:extLst>
          </p:cNvPr>
          <p:cNvPicPr>
            <a:picLocks noChangeAspect="1"/>
          </p:cNvPicPr>
          <p:nvPr userDrawn="1"/>
        </p:nvPicPr>
        <p:blipFill>
          <a:blip r:embed="rId2"/>
          <a:stretch>
            <a:fillRect/>
          </a:stretch>
        </p:blipFill>
        <p:spPr>
          <a:xfrm>
            <a:off x="9249045" y="5969498"/>
            <a:ext cx="2520000" cy="495158"/>
          </a:xfrm>
          <a:prstGeom prst="rect">
            <a:avLst/>
          </a:prstGeom>
        </p:spPr>
      </p:pic>
      <p:sp>
        <p:nvSpPr>
          <p:cNvPr id="9" name="Titel 2">
            <a:extLst>
              <a:ext uri="{FF2B5EF4-FFF2-40B4-BE49-F238E27FC236}">
                <a16:creationId xmlns:a16="http://schemas.microsoft.com/office/drawing/2014/main" id="{3DAE7C1F-2FF5-D159-64D6-93BFDEDD4C19}"/>
              </a:ext>
            </a:extLst>
          </p:cNvPr>
          <p:cNvSpPr txBox="1">
            <a:spLocks/>
          </p:cNvSpPr>
          <p:nvPr userDrawn="1"/>
        </p:nvSpPr>
        <p:spPr>
          <a:xfrm>
            <a:off x="6333667" y="4484914"/>
            <a:ext cx="5283534" cy="642257"/>
          </a:xfrm>
          <a:prstGeom prst="rect">
            <a:avLst/>
          </a:prstGeom>
        </p:spPr>
        <p:txBody>
          <a:bodyPr vert="horz" lIns="0" tIns="0" rIns="0" bIns="0" rtlCol="0" anchor="ctr" anchorCtr="0">
            <a:normAutofit/>
          </a:bodyPr>
          <a:lstStyle>
            <a:lvl1pPr algn="l" defTabSz="914400" rtl="0" eaLnBrk="1" latinLnBrk="0" hangingPunct="1">
              <a:lnSpc>
                <a:spcPct val="90000"/>
              </a:lnSpc>
              <a:spcBef>
                <a:spcPct val="0"/>
              </a:spcBef>
              <a:buNone/>
              <a:defRPr sz="4000" b="1" i="0" kern="1200" baseline="0">
                <a:solidFill>
                  <a:schemeClr val="bg1"/>
                </a:solidFill>
                <a:latin typeface="Arial" panose="020B0604020202020204" pitchFamily="34" charset="0"/>
                <a:ea typeface="+mj-ea"/>
                <a:cs typeface="+mj-cs"/>
              </a:defRPr>
            </a:lvl1pPr>
          </a:lstStyle>
          <a:p>
            <a:endParaRPr lang="nl-BE" sz="2000" b="0" i="0" baseline="0"/>
          </a:p>
        </p:txBody>
      </p:sp>
      <p:pic>
        <p:nvPicPr>
          <p:cNvPr id="4" name="Picture Placeholder 4">
            <a:extLst>
              <a:ext uri="{FF2B5EF4-FFF2-40B4-BE49-F238E27FC236}">
                <a16:creationId xmlns:a16="http://schemas.microsoft.com/office/drawing/2014/main" id="{7155FCE1-AFE6-6C0C-8806-031D125F9064}"/>
              </a:ext>
            </a:extLst>
          </p:cNvPr>
          <p:cNvPicPr>
            <a:picLocks noChangeAspect="1"/>
          </p:cNvPicPr>
          <p:nvPr userDrawn="1"/>
        </p:nvPicPr>
        <p:blipFill>
          <a:blip r:embed="rId3"/>
          <a:srcRect/>
          <a:stretch>
            <a:fillRect/>
          </a:stretch>
        </p:blipFill>
        <p:spPr>
          <a:xfrm>
            <a:off x="-763200" y="-3"/>
            <a:ext cx="6858000" cy="68580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2861770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el 2">
            <a:extLst>
              <a:ext uri="{FF2B5EF4-FFF2-40B4-BE49-F238E27FC236}">
                <a16:creationId xmlns:a16="http://schemas.microsoft.com/office/drawing/2014/main" id="{D96485BC-8D44-B69E-01B8-A8905B4AA829}"/>
              </a:ext>
            </a:extLst>
          </p:cNvPr>
          <p:cNvSpPr>
            <a:spLocks noGrp="1"/>
          </p:cNvSpPr>
          <p:nvPr>
            <p:ph type="title" hasCustomPrompt="1"/>
          </p:nvPr>
        </p:nvSpPr>
        <p:spPr>
          <a:xfrm>
            <a:off x="1684266" y="898071"/>
            <a:ext cx="9931733"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2" name="Afbeelding 1" descr="Afbeelding met Lettertype, Graphics, logo, schermopname&#10;&#10;Automatisch gegenereerde beschrijving">
            <a:extLst>
              <a:ext uri="{FF2B5EF4-FFF2-40B4-BE49-F238E27FC236}">
                <a16:creationId xmlns:a16="http://schemas.microsoft.com/office/drawing/2014/main" id="{5DDC59BD-319A-966E-C8B8-3E1004F142A1}"/>
              </a:ext>
            </a:extLst>
          </p:cNvPr>
          <p:cNvPicPr>
            <a:picLocks noChangeAspect="1"/>
          </p:cNvPicPr>
          <p:nvPr userDrawn="1"/>
        </p:nvPicPr>
        <p:blipFill>
          <a:blip r:embed="rId3"/>
          <a:stretch>
            <a:fillRect/>
          </a:stretch>
        </p:blipFill>
        <p:spPr>
          <a:xfrm>
            <a:off x="9249045" y="5969498"/>
            <a:ext cx="2520000" cy="495158"/>
          </a:xfrm>
          <a:prstGeom prst="rect">
            <a:avLst/>
          </a:prstGeom>
        </p:spPr>
      </p:pic>
    </p:spTree>
    <p:extLst>
      <p:ext uri="{BB962C8B-B14F-4D97-AF65-F5344CB8AC3E}">
        <p14:creationId xmlns:p14="http://schemas.microsoft.com/office/powerpoint/2010/main" val="210218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olgpagina 1">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p:nvPr>
        </p:nvSpPr>
        <p:spPr>
          <a:xfrm>
            <a:off x="576000" y="800401"/>
            <a:ext cx="11006400" cy="5252245"/>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5D14A70C-A52C-824A-B260-6BE6A5E343F5}"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35D7FBB4-891B-45E4-181B-258A15FE1CFC}"/>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729922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Volgpagina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7578B9-CDA0-C1D1-C1D0-F7729ECC0B6E}"/>
              </a:ext>
            </a:extLst>
          </p:cNvPr>
          <p:cNvPicPr>
            <a:picLocks noChangeAspect="1"/>
          </p:cNvPicPr>
          <p:nvPr userDrawn="1"/>
        </p:nvPicPr>
        <p:blipFill>
          <a:blip r:embed="rId2"/>
          <a:stretch>
            <a:fillRect/>
          </a:stretch>
        </p:blipFill>
        <p:spPr>
          <a:xfrm>
            <a:off x="-2512894" y="-453065"/>
            <a:ext cx="17028993" cy="6637665"/>
          </a:xfrm>
          <a:prstGeom prst="rect">
            <a:avLst/>
          </a:prstGeom>
        </p:spPr>
      </p:pic>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3"/>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245399" y="1280788"/>
            <a:ext cx="11605942" cy="4705159"/>
          </a:xfrm>
          <a:no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noProof="1"/>
              <a:t>Klik om de tekststijl van het model te bewerken</a:t>
            </a:r>
          </a:p>
          <a:p>
            <a:pPr lvl="1"/>
            <a:r>
              <a:rPr lang="nl-NL" noProof="1"/>
              <a:t>Tweede niveau</a:t>
            </a:r>
          </a:p>
          <a:p>
            <a:pPr lvl="2"/>
            <a:r>
              <a:rPr lang="nl-NL" noProof="1"/>
              <a:t>Derde niveau</a:t>
            </a:r>
          </a:p>
          <a:p>
            <a:pPr lvl="3"/>
            <a:r>
              <a:rPr lang="nl-NL" noProof="1"/>
              <a:t>Vierde niveau</a:t>
            </a:r>
          </a:p>
          <a:p>
            <a:pPr lvl="4"/>
            <a:r>
              <a:rPr lang="nl-NL" noProof="1"/>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3C16444D-5C15-F646-B1E6-793A79D1D158}"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26" name="Title 25">
            <a:extLst>
              <a:ext uri="{FF2B5EF4-FFF2-40B4-BE49-F238E27FC236}">
                <a16:creationId xmlns:a16="http://schemas.microsoft.com/office/drawing/2014/main" id="{9FFC2E19-DE2B-7111-CC63-9A847C39AA32}"/>
              </a:ext>
            </a:extLst>
          </p:cNvPr>
          <p:cNvSpPr>
            <a:spLocks noGrp="1"/>
          </p:cNvSpPr>
          <p:nvPr>
            <p:ph type="title"/>
          </p:nvPr>
        </p:nvSpPr>
        <p:spPr>
          <a:xfrm>
            <a:off x="576000" y="4500"/>
            <a:ext cx="11041200" cy="579455"/>
          </a:xfrm>
        </p:spPr>
        <p:txBody>
          <a:bodyPr/>
          <a:lstStyle>
            <a:lvl1pPr>
              <a:defRPr>
                <a:solidFill>
                  <a:schemeClr val="bg1"/>
                </a:solidFill>
              </a:defRPr>
            </a:lvl1p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80692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3000" fill="hold"/>
                                        <p:tgtEl>
                                          <p:spTgt spid="2"/>
                                        </p:tgtEl>
                                        <p:attrNameLst>
                                          <p:attrName>ppt_w</p:attrName>
                                        </p:attrNameLst>
                                      </p:cBhvr>
                                      <p:tavLst>
                                        <p:tav tm="0">
                                          <p:val>
                                            <p:strVal val="#ppt_w*0.70"/>
                                          </p:val>
                                        </p:tav>
                                        <p:tav tm="100000">
                                          <p:val>
                                            <p:strVal val="#ppt_w"/>
                                          </p:val>
                                        </p:tav>
                                      </p:tavLst>
                                    </p:anim>
                                    <p:anim calcmode="lin" valueType="num">
                                      <p:cBhvr>
                                        <p:cTn id="8" dur="3000" fill="hold"/>
                                        <p:tgtEl>
                                          <p:spTgt spid="2"/>
                                        </p:tgtEl>
                                        <p:attrNameLst>
                                          <p:attrName>ppt_h</p:attrName>
                                        </p:attrNameLst>
                                      </p:cBhvr>
                                      <p:tavLst>
                                        <p:tav tm="0">
                                          <p:val>
                                            <p:strVal val="#ppt_h"/>
                                          </p:val>
                                        </p:tav>
                                        <p:tav tm="100000">
                                          <p:val>
                                            <p:strVal val="#ppt_h"/>
                                          </p:val>
                                        </p:tav>
                                      </p:tavLst>
                                    </p:anim>
                                    <p:animEffect transition="in" filter="fade">
                                      <p:cBhvr>
                                        <p:cTn id="9"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 ">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F695FE45-7352-3C48-B42E-7EBF2B5C52E3}"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4" name="Title 3">
            <a:extLst>
              <a:ext uri="{FF2B5EF4-FFF2-40B4-BE49-F238E27FC236}">
                <a16:creationId xmlns:a16="http://schemas.microsoft.com/office/drawing/2014/main" id="{31FE2B30-5A69-75CF-7187-201E96BE81D8}"/>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151150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olgpagina 1 met bullets">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11831"/>
            <a:ext cx="11006400" cy="5240815"/>
          </a:xfrm>
        </p:spPr>
        <p:txBody>
          <a:bodyPr/>
          <a:lstStyle>
            <a:lvl1pPr marL="457200" indent="-457200">
              <a:buFontTx/>
              <a:buBlip>
                <a:blip r:embed="rId3"/>
              </a:buBlip>
              <a:defRPr/>
            </a:lvl1p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D0C2AFFC-B915-5A49-88DD-95E4F5C3B4C4}"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F12466D5-8DB6-11EB-91A8-C5A2326F6E8B}"/>
              </a:ext>
            </a:extLst>
          </p:cNvPr>
          <p:cNvSpPr>
            <a:spLocks noGrp="1"/>
          </p:cNvSpPr>
          <p:nvPr>
            <p:ph type="title"/>
          </p:nvPr>
        </p:nvSpPr>
        <p:spPr>
          <a:xfrm>
            <a:off x="576000" y="15930"/>
            <a:ext cx="11041200" cy="648001"/>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045038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olgpagina 2">
    <p:spTree>
      <p:nvGrpSpPr>
        <p:cNvPr id="1" name=""/>
        <p:cNvGrpSpPr/>
        <p:nvPr/>
      </p:nvGrpSpPr>
      <p:grpSpPr>
        <a:xfrm>
          <a:off x="0" y="0"/>
          <a:ext cx="0" cy="0"/>
          <a:chOff x="0" y="0"/>
          <a:chExt cx="0" cy="0"/>
        </a:xfrm>
      </p:grpSpPr>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68680"/>
            <a:ext cx="11006400" cy="518396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44AA9AC6-E216-3B47-8184-7802A2BF140A}"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2"/>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CC13023F-87C5-4547-FEB6-4B0A34BF8E6D}"/>
              </a:ext>
            </a:extLst>
          </p:cNvPr>
          <p:cNvSpPr>
            <a:spLocks noGrp="1"/>
          </p:cNvSpPr>
          <p:nvPr>
            <p:ph type="title"/>
          </p:nvPr>
        </p:nvSpPr>
        <p:spPr>
          <a:xfrm>
            <a:off x="576000" y="15931"/>
            <a:ext cx="11041200" cy="650366"/>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998040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olgpagina 3">
    <p:spTree>
      <p:nvGrpSpPr>
        <p:cNvPr id="1" name=""/>
        <p:cNvGrpSpPr/>
        <p:nvPr/>
      </p:nvGrpSpPr>
      <p:grpSpPr>
        <a:xfrm>
          <a:off x="0" y="0"/>
          <a:ext cx="0" cy="0"/>
          <a:chOff x="0" y="0"/>
          <a:chExt cx="0" cy="0"/>
        </a:xfrm>
      </p:grpSpPr>
      <p:pic>
        <p:nvPicPr>
          <p:cNvPr id="10" name="Afbeelding 9" descr="Afbeelding met Graphics, cirkel, ontwerp&#10;&#10;Automatisch gegenereerde beschrijving">
            <a:extLst>
              <a:ext uri="{FF2B5EF4-FFF2-40B4-BE49-F238E27FC236}">
                <a16:creationId xmlns:a16="http://schemas.microsoft.com/office/drawing/2014/main" id="{1EC811A3-D471-16F1-F5F7-188800F32FEF}"/>
              </a:ext>
            </a:extLst>
          </p:cNvPr>
          <p:cNvPicPr>
            <a:picLocks noChangeAspect="1"/>
          </p:cNvPicPr>
          <p:nvPr userDrawn="1"/>
        </p:nvPicPr>
        <p:blipFill>
          <a:blip r:embed="rId2">
            <a:alphaModFix amt="10000"/>
          </a:blip>
          <a:stretch>
            <a:fillRect/>
          </a:stretch>
        </p:blipFill>
        <p:spPr>
          <a:xfrm rot="16200000">
            <a:off x="-1124411" y="1629838"/>
            <a:ext cx="5011676" cy="2237771"/>
          </a:xfrm>
          <a:prstGeom prst="rect">
            <a:avLst/>
          </a:prstGeom>
        </p:spPr>
      </p:pic>
      <p:sp>
        <p:nvSpPr>
          <p:cNvPr id="4" name="Tijdelijke aanduiding voor datum 3"/>
          <p:cNvSpPr>
            <a:spLocks noGrp="1"/>
          </p:cNvSpPr>
          <p:nvPr>
            <p:ph type="dt" sz="half" idx="10"/>
          </p:nvPr>
        </p:nvSpPr>
        <p:spPr/>
        <p:txBody>
          <a:bodyPr/>
          <a:lstStyle/>
          <a:p>
            <a:fld id="{12525A4A-45EF-044A-97ED-F5EE535170D0}" type="datetime1">
              <a:rPr lang="en-US" smtClean="0"/>
              <a:t>10/11/25</a:t>
            </a:fld>
            <a:endParaRPr lang="nl-NL" dirty="0"/>
          </a:p>
        </p:txBody>
      </p:sp>
      <p:sp>
        <p:nvSpPr>
          <p:cNvPr id="5" name="Tijdelijke aanduiding voor voettekst 4"/>
          <p:cNvSpPr>
            <a:spLocks noGrp="1"/>
          </p:cNvSpPr>
          <p:nvPr>
            <p:ph type="ftr" sz="quarter" idx="11"/>
          </p:nvPr>
        </p:nvSpPr>
        <p:spPr/>
        <p:txBody>
          <a:bodyPr/>
          <a:lstStyle/>
          <a:p>
            <a:endParaRPr lang="nl-NL" dirty="0"/>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dirty="0"/>
          </a:p>
        </p:txBody>
      </p:sp>
      <p:sp>
        <p:nvSpPr>
          <p:cNvPr id="8" name="Tijdelijke aanduiding voor inhoud 2">
            <a:extLst>
              <a:ext uri="{FF2B5EF4-FFF2-40B4-BE49-F238E27FC236}">
                <a16:creationId xmlns:a16="http://schemas.microsoft.com/office/drawing/2014/main" id="{6BA570E8-5D95-B3F1-8C6F-957AE9CDC0B9}"/>
              </a:ext>
            </a:extLst>
          </p:cNvPr>
          <p:cNvSpPr>
            <a:spLocks noGrp="1"/>
          </p:cNvSpPr>
          <p:nvPr>
            <p:ph idx="13"/>
          </p:nvPr>
        </p:nvSpPr>
        <p:spPr>
          <a:xfrm>
            <a:off x="576000" y="708660"/>
            <a:ext cx="11006402" cy="5343986"/>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2" name="Title 1">
            <a:extLst>
              <a:ext uri="{FF2B5EF4-FFF2-40B4-BE49-F238E27FC236}">
                <a16:creationId xmlns:a16="http://schemas.microsoft.com/office/drawing/2014/main" id="{F0CEA65D-4427-8EF5-9C3E-9652403088E1}"/>
              </a:ext>
            </a:extLst>
          </p:cNvPr>
          <p:cNvSpPr>
            <a:spLocks noGrp="1"/>
          </p:cNvSpPr>
          <p:nvPr>
            <p:ph type="title"/>
          </p:nvPr>
        </p:nvSpPr>
        <p:spPr>
          <a:xfrm>
            <a:off x="576000" y="15931"/>
            <a:ext cx="11041200" cy="57843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423995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lgpagina 4">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B8F6EBD7-4509-1747-80A1-30E823EDAC2D}" type="datetime1">
              <a:rPr lang="en-US" noProof="0" smtClean="0"/>
              <a:t>10/11/25</a:t>
            </a:fld>
            <a:endParaRPr lang="nl-NL" noProof="0" dirty="0"/>
          </a:p>
        </p:txBody>
      </p:sp>
      <p:sp>
        <p:nvSpPr>
          <p:cNvPr id="5" name="Tijdelijke aanduiding voor voettekst 4"/>
          <p:cNvSpPr>
            <a:spLocks noGrp="1"/>
          </p:cNvSpPr>
          <p:nvPr>
            <p:ph type="ftr" sz="quarter" idx="11"/>
          </p:nvPr>
        </p:nvSpPr>
        <p:spPr/>
        <p:txBody>
          <a:bodyPr/>
          <a:lstStyle/>
          <a:p>
            <a:endParaRPr lang="nl-NL" noProof="0" dirty="0"/>
          </a:p>
        </p:txBody>
      </p:sp>
      <p:sp>
        <p:nvSpPr>
          <p:cNvPr id="6" name="Tijdelijke aanduiding voor dianummer 5"/>
          <p:cNvSpPr>
            <a:spLocks noGrp="1"/>
          </p:cNvSpPr>
          <p:nvPr>
            <p:ph type="sldNum" sz="quarter" idx="12"/>
          </p:nvPr>
        </p:nvSpPr>
        <p:spPr/>
        <p:txBody>
          <a:bodyPr/>
          <a:lstStyle/>
          <a:p>
            <a:fld id="{0A297500-7527-634B-90F4-69D0994C32B4}" type="slidenum">
              <a:rPr lang="nl-NL" noProof="0" smtClean="0"/>
              <a:t>‹#›</a:t>
            </a:fld>
            <a:endParaRPr lang="nl-NL" noProof="0" dirty="0"/>
          </a:p>
        </p:txBody>
      </p:sp>
      <p:sp>
        <p:nvSpPr>
          <p:cNvPr id="8" name="Tijdelijke aanduiding voor inhoud 2">
            <a:extLst>
              <a:ext uri="{FF2B5EF4-FFF2-40B4-BE49-F238E27FC236}">
                <a16:creationId xmlns:a16="http://schemas.microsoft.com/office/drawing/2014/main" id="{ED9010BD-3FA3-6D64-D974-8B02411BFB23}"/>
              </a:ext>
            </a:extLst>
          </p:cNvPr>
          <p:cNvSpPr>
            <a:spLocks noGrp="1"/>
          </p:cNvSpPr>
          <p:nvPr>
            <p:ph idx="13" hasCustomPrompt="1"/>
          </p:nvPr>
        </p:nvSpPr>
        <p:spPr>
          <a:xfrm>
            <a:off x="576000" y="765810"/>
            <a:ext cx="11006402" cy="528683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2" name="Title 1">
            <a:extLst>
              <a:ext uri="{FF2B5EF4-FFF2-40B4-BE49-F238E27FC236}">
                <a16:creationId xmlns:a16="http://schemas.microsoft.com/office/drawing/2014/main" id="{4A3A12AB-811C-F19D-0A73-86DCF776D574}"/>
              </a:ext>
            </a:extLst>
          </p:cNvPr>
          <p:cNvSpPr>
            <a:spLocks noGrp="1"/>
          </p:cNvSpPr>
          <p:nvPr>
            <p:ph type="title"/>
          </p:nvPr>
        </p:nvSpPr>
        <p:spPr>
          <a:xfrm>
            <a:off x="576000" y="0"/>
            <a:ext cx="11041200" cy="64701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961122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rgbClr val="CCD9E5"/>
        </a:solidFill>
        <a:effectLst/>
      </p:bgPr>
    </p:bg>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13391891-52D5-B43E-96A4-81AFBB31486B}"/>
              </a:ext>
            </a:extLst>
          </p:cNvPr>
          <p:cNvSpPr>
            <a:spLocks noGrp="1"/>
          </p:cNvSpPr>
          <p:nvPr>
            <p:ph type="pic" sz="quarter" idx="13"/>
          </p:nvPr>
        </p:nvSpPr>
        <p:spPr>
          <a:xfrm>
            <a:off x="5124726" y="583200"/>
            <a:ext cx="6496074" cy="3531638"/>
          </a:xfrm>
        </p:spPr>
        <p:txBody>
          <a:bodyPr/>
          <a:lstStyle/>
          <a:p>
            <a:endParaRPr lang="nl-BE"/>
          </a:p>
        </p:txBody>
      </p:sp>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F36083C4-0128-1848-9178-37CE772A2A92}"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
        <p:nvSpPr>
          <p:cNvPr id="4" name="Tijdelijke aanduiding voor tekst 6">
            <a:extLst>
              <a:ext uri="{FF2B5EF4-FFF2-40B4-BE49-F238E27FC236}">
                <a16:creationId xmlns:a16="http://schemas.microsoft.com/office/drawing/2014/main" id="{2E78632D-E6A2-312C-C612-BDDFA57CA267}"/>
              </a:ext>
            </a:extLst>
          </p:cNvPr>
          <p:cNvSpPr>
            <a:spLocks noGrp="1"/>
          </p:cNvSpPr>
          <p:nvPr>
            <p:ph type="body" sz="quarter" idx="14" hasCustomPrompt="1"/>
          </p:nvPr>
        </p:nvSpPr>
        <p:spPr>
          <a:xfrm>
            <a:off x="592931" y="4606219"/>
            <a:ext cx="11006137" cy="1112400"/>
          </a:xfrm>
        </p:spPr>
        <p:txBody>
          <a:bodyPr anchor="b" anchorCtr="0">
            <a:normAutofit/>
          </a:bodyPr>
          <a:lstStyle>
            <a:lvl1pPr>
              <a:defRPr sz="4500" b="1">
                <a:solidFill>
                  <a:srgbClr val="00407A"/>
                </a:solidFill>
              </a:defRPr>
            </a:lvl1pPr>
          </a:lstStyle>
          <a:p>
            <a:pPr lvl="0"/>
            <a:r>
              <a:rPr lang="nl-NL" dirty="0"/>
              <a:t>Klikken om een titel toe te voegen</a:t>
            </a:r>
            <a:endParaRPr lang="nl-B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ekopSl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5606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ekop">
    <p:bg>
      <p:bgPr>
        <a:solidFill>
          <a:srgbClr val="CCD9E5"/>
        </a:solidFill>
        <a:effectLst/>
      </p:bgPr>
    </p:bg>
    <p:spTree>
      <p:nvGrpSpPr>
        <p:cNvPr id="1" name=""/>
        <p:cNvGrpSpPr/>
        <p:nvPr/>
      </p:nvGrpSpPr>
      <p:grpSpPr>
        <a:xfrm>
          <a:off x="0" y="0"/>
          <a:ext cx="0" cy="0"/>
          <a:chOff x="0" y="0"/>
          <a:chExt cx="0" cy="0"/>
        </a:xfrm>
      </p:grpSpPr>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63B68DE8-16AF-6C4B-B363-5E49424B6285}"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2" name="Picture 1">
            <a:extLst>
              <a:ext uri="{FF2B5EF4-FFF2-40B4-BE49-F238E27FC236}">
                <a16:creationId xmlns:a16="http://schemas.microsoft.com/office/drawing/2014/main" id="{E17DC55D-D1B1-1B37-0FA6-BC0A9F8D3D9E}"/>
              </a:ext>
            </a:extLst>
          </p:cNvPr>
          <p:cNvPicPr>
            <a:picLocks noChangeAspect="1"/>
          </p:cNvPicPr>
          <p:nvPr userDrawn="1"/>
        </p:nvPicPr>
        <p:blipFill>
          <a:blip r:embed="rId3"/>
          <a:stretch>
            <a:fillRect/>
          </a:stretch>
        </p:blipFill>
        <p:spPr>
          <a:xfrm>
            <a:off x="9878730" y="212361"/>
            <a:ext cx="1995256" cy="2992884"/>
          </a:xfrm>
          <a:prstGeom prst="rect">
            <a:avLst/>
          </a:prstGeom>
        </p:spPr>
      </p:pic>
      <p:sp>
        <p:nvSpPr>
          <p:cNvPr id="5" name="TextBox 4">
            <a:extLst>
              <a:ext uri="{FF2B5EF4-FFF2-40B4-BE49-F238E27FC236}">
                <a16:creationId xmlns:a16="http://schemas.microsoft.com/office/drawing/2014/main" id="{6DEA3E9C-F85F-E456-8F44-A07EFD93DE10}"/>
              </a:ext>
            </a:extLst>
          </p:cNvPr>
          <p:cNvSpPr txBox="1"/>
          <p:nvPr userDrawn="1"/>
        </p:nvSpPr>
        <p:spPr>
          <a:xfrm>
            <a:off x="2816439" y="2591527"/>
            <a:ext cx="9630053" cy="1938992"/>
          </a:xfrm>
          <a:prstGeom prst="rect">
            <a:avLst/>
          </a:prstGeom>
          <a:noFill/>
        </p:spPr>
        <p:txBody>
          <a:bodyPr wrap="square">
            <a:spAutoFit/>
          </a:bodyPr>
          <a:lstStyle/>
          <a:p>
            <a:r>
              <a:rPr lang="en-US" sz="4000" dirty="0">
                <a:solidFill>
                  <a:srgbClr val="00417E"/>
                </a:solidFill>
                <a:latin typeface="Arial" panose="020B0604020202020204" pitchFamily="34" charset="0"/>
                <a:cs typeface="Arial" panose="020B0604020202020204" pitchFamily="34" charset="0"/>
              </a:rPr>
              <a:t>I would rather have</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questions that can't be answered</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than answers that can't be questioned.</a:t>
            </a:r>
            <a:endParaRPr lang="en-GB" sz="4000" dirty="0">
              <a:solidFill>
                <a:srgbClr val="00417E"/>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BA611E3-78CC-6708-4696-D4D6D3D41049}"/>
              </a:ext>
            </a:extLst>
          </p:cNvPr>
          <p:cNvSpPr txBox="1"/>
          <p:nvPr userDrawn="1"/>
        </p:nvSpPr>
        <p:spPr>
          <a:xfrm>
            <a:off x="9068623" y="4765573"/>
            <a:ext cx="2968924" cy="461665"/>
          </a:xfrm>
          <a:prstGeom prst="rect">
            <a:avLst/>
          </a:prstGeom>
          <a:noFill/>
        </p:spPr>
        <p:txBody>
          <a:bodyPr wrap="square">
            <a:spAutoFit/>
          </a:bodyPr>
          <a:lstStyle/>
          <a:p>
            <a:r>
              <a:rPr lang="en-GB" sz="2400" dirty="0">
                <a:solidFill>
                  <a:srgbClr val="005E77"/>
                </a:solidFill>
              </a:rPr>
              <a:t>Richard P. Feynman</a:t>
            </a:r>
          </a:p>
        </p:txBody>
      </p:sp>
    </p:spTree>
    <p:extLst>
      <p:ext uri="{BB962C8B-B14F-4D97-AF65-F5344CB8AC3E}">
        <p14:creationId xmlns:p14="http://schemas.microsoft.com/office/powerpoint/2010/main" val="2627298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3" name="Tijdelijke aanduiding voor datum 1">
            <a:extLst>
              <a:ext uri="{FF2B5EF4-FFF2-40B4-BE49-F238E27FC236}">
                <a16:creationId xmlns:a16="http://schemas.microsoft.com/office/drawing/2014/main" id="{6235C20E-3391-4145-4D84-53842E905E6B}"/>
              </a:ext>
            </a:extLst>
          </p:cNvPr>
          <p:cNvSpPr>
            <a:spLocks noGrp="1"/>
          </p:cNvSpPr>
          <p:nvPr>
            <p:ph type="dt" sz="half" idx="10"/>
          </p:nvPr>
        </p:nvSpPr>
        <p:spPr>
          <a:xfrm>
            <a:off x="1440000" y="6210000"/>
            <a:ext cx="720000" cy="648000"/>
          </a:xfrm>
        </p:spPr>
        <p:txBody>
          <a:bodyPr/>
          <a:lstStyle/>
          <a:p>
            <a:fld id="{B93C70AB-10FC-774C-9E2D-C3FBC6B92CAF}" type="datetime1">
              <a:rPr lang="en-US" smtClean="0"/>
              <a:t>10/11/25</a:t>
            </a:fld>
            <a:endParaRPr lang="nl-NL" dirty="0"/>
          </a:p>
        </p:txBody>
      </p:sp>
      <p:sp>
        <p:nvSpPr>
          <p:cNvPr id="5" name="Tijdelijke aanduiding voor voettekst 2">
            <a:extLst>
              <a:ext uri="{FF2B5EF4-FFF2-40B4-BE49-F238E27FC236}">
                <a16:creationId xmlns:a16="http://schemas.microsoft.com/office/drawing/2014/main" id="{78D2F004-28B6-C370-D870-67D28C32D0D7}"/>
              </a:ext>
            </a:extLst>
          </p:cNvPr>
          <p:cNvSpPr>
            <a:spLocks noGrp="1"/>
          </p:cNvSpPr>
          <p:nvPr>
            <p:ph type="ftr" sz="quarter" idx="11"/>
          </p:nvPr>
        </p:nvSpPr>
        <p:spPr>
          <a:xfrm>
            <a:off x="5052003" y="6210000"/>
            <a:ext cx="4993200" cy="648000"/>
          </a:xfrm>
        </p:spPr>
        <p:txBody>
          <a:bodyPr/>
          <a:lstStyle/>
          <a:p>
            <a:endParaRPr lang="nl-NL" dirty="0"/>
          </a:p>
        </p:txBody>
      </p:sp>
      <p:sp>
        <p:nvSpPr>
          <p:cNvPr id="8" name="Tijdelijke aanduiding voor dianummer 3">
            <a:extLst>
              <a:ext uri="{FF2B5EF4-FFF2-40B4-BE49-F238E27FC236}">
                <a16:creationId xmlns:a16="http://schemas.microsoft.com/office/drawing/2014/main" id="{1AE2BA5A-EDBB-7957-59A2-5BB98B0C26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Tree>
    <p:extLst>
      <p:ext uri="{BB962C8B-B14F-4D97-AF65-F5344CB8AC3E}">
        <p14:creationId xmlns:p14="http://schemas.microsoft.com/office/powerpoint/2010/main" val="9521485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6BDB821E-3E44-1141-8C7B-FEB07B979251}"/>
              </a:ext>
            </a:extLst>
          </p:cNvPr>
          <p:cNvSpPr/>
          <p:nvPr userDrawn="1"/>
        </p:nvSpPr>
        <p:spPr>
          <a:xfrm>
            <a:off x="0" y="6210000"/>
            <a:ext cx="12193200" cy="648000"/>
          </a:xfrm>
          <a:prstGeom prst="rect">
            <a:avLst/>
          </a:prstGeom>
          <a:solidFill>
            <a:srgbClr val="001D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jdelijke aanduiding voor titel 1"/>
          <p:cNvSpPr>
            <a:spLocks noGrp="1"/>
          </p:cNvSpPr>
          <p:nvPr>
            <p:ph type="title"/>
          </p:nvPr>
        </p:nvSpPr>
        <p:spPr>
          <a:xfrm>
            <a:off x="576000" y="576000"/>
            <a:ext cx="11041200" cy="1112675"/>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836000"/>
            <a:ext cx="11041200" cy="4046910"/>
          </a:xfrm>
          <a:prstGeom prst="rect">
            <a:avLst/>
          </a:prstGeom>
        </p:spPr>
        <p:txBody>
          <a:bodyPr vert="horz" lIns="0" tIns="0" rIns="0" bIns="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7F6F9242-A3CF-2647-958A-D832101EE83D}" type="datetime1">
              <a:rPr lang="en-US" smtClean="0"/>
              <a:t>10/11/25</a:t>
            </a:fld>
            <a:endParaRPr lang="nl-NL" dirty="0"/>
          </a:p>
        </p:txBody>
      </p:sp>
      <p:sp>
        <p:nvSpPr>
          <p:cNvPr id="5" name="Tijdelijke aanduiding voor voettekst 4"/>
          <p:cNvSpPr>
            <a:spLocks noGrp="1"/>
          </p:cNvSpPr>
          <p:nvPr>
            <p:ph type="ftr" sz="quarter" idx="3"/>
          </p:nvPr>
        </p:nvSpPr>
        <p:spPr>
          <a:xfrm>
            <a:off x="5052003"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endParaRPr lang="nl-NL" dirty="0"/>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dirty="0"/>
          </a:p>
        </p:txBody>
      </p:sp>
      <p:pic>
        <p:nvPicPr>
          <p:cNvPr id="7" name="Afbeelding 6" descr="Afbeelding met Lettertype, Graphics, logo, schermopname&#10;&#10;Automatisch gegenereerde beschrijving">
            <a:extLst>
              <a:ext uri="{FF2B5EF4-FFF2-40B4-BE49-F238E27FC236}">
                <a16:creationId xmlns:a16="http://schemas.microsoft.com/office/drawing/2014/main" id="{15E13232-C638-6951-DDA6-89141A14C296}"/>
              </a:ext>
            </a:extLst>
          </p:cNvPr>
          <p:cNvPicPr>
            <a:picLocks noChangeAspect="1"/>
          </p:cNvPicPr>
          <p:nvPr userDrawn="1"/>
        </p:nvPicPr>
        <p:blipFill>
          <a:blip r:embed="rId15"/>
          <a:stretch>
            <a:fillRect/>
          </a:stretch>
        </p:blipFill>
        <p:spPr>
          <a:xfrm>
            <a:off x="10290602" y="6357900"/>
            <a:ext cx="1655999" cy="325389"/>
          </a:xfrm>
          <a:prstGeom prst="rect">
            <a:avLst/>
          </a:prstGeom>
        </p:spPr>
      </p:pic>
    </p:spTree>
    <p:extLst>
      <p:ext uri="{BB962C8B-B14F-4D97-AF65-F5344CB8AC3E}">
        <p14:creationId xmlns:p14="http://schemas.microsoft.com/office/powerpoint/2010/main" val="46375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72" r:id="rId4"/>
    <p:sldLayoutId id="2147483671" r:id="rId5"/>
    <p:sldLayoutId id="2147483669" r:id="rId6"/>
    <p:sldLayoutId id="2147483668" r:id="rId7"/>
    <p:sldLayoutId id="2147483667" r:id="rId8"/>
    <p:sldLayoutId id="2147483665" r:id="rId9"/>
    <p:sldLayoutId id="2147483661" r:id="rId10"/>
    <p:sldLayoutId id="2147483666" r:id="rId11"/>
    <p:sldLayoutId id="2147483670" r:id="rId12"/>
    <p:sldLayoutId id="2147483651" r:id="rId13"/>
  </p:sldLayoutIdLst>
  <p:hf hdr="0"/>
  <p:txStyles>
    <p:titleStyle>
      <a:lvl1pPr algn="l" defTabSz="914400" rtl="0" eaLnBrk="1" latinLnBrk="0" hangingPunct="1">
        <a:lnSpc>
          <a:spcPct val="90000"/>
        </a:lnSpc>
        <a:spcBef>
          <a:spcPct val="0"/>
        </a:spcBef>
        <a:buNone/>
        <a:defRPr sz="4500" b="1" i="0" kern="1200" baseline="0">
          <a:solidFill>
            <a:srgbClr val="00407A"/>
          </a:solidFill>
          <a:latin typeface="Arial" charset="0"/>
          <a:ea typeface="+mj-ea"/>
          <a:cs typeface="+mj-cs"/>
        </a:defRPr>
      </a:lvl1pPr>
    </p:titleStyle>
    <p:bodyStyle>
      <a:lvl1pPr marL="0" indent="0" algn="l" defTabSz="914400" rtl="0" eaLnBrk="1" latinLnBrk="0" hangingPunct="1">
        <a:lnSpc>
          <a:spcPct val="90000"/>
        </a:lnSpc>
        <a:spcBef>
          <a:spcPts val="1000"/>
        </a:spcBef>
        <a:buFontTx/>
        <a:buNone/>
        <a:defRPr sz="2800" kern="1200" baseline="0">
          <a:solidFill>
            <a:srgbClr val="00407A"/>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407A"/>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407A"/>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Smith Kaart</a:t>
            </a:r>
          </a:p>
        </p:txBody>
      </p:sp>
      <p:sp>
        <p:nvSpPr>
          <p:cNvPr id="3" name="TextBox 2"/>
          <p:cNvSpPr txBox="1"/>
          <p:nvPr/>
        </p:nvSpPr>
        <p:spPr>
          <a:xfrm>
            <a:off x="6400800" y="4114800"/>
            <a:ext cx="4572000" cy="1828800"/>
          </a:xfrm>
          <a:prstGeom prst="rect">
            <a:avLst/>
          </a:prstGeom>
          <a:noFill/>
        </p:spPr>
        <p:txBody>
          <a:bodyPr wrap="none">
            <a:spAutoFit/>
          </a:bodyPr>
          <a:lstStyle/>
          <a:p>
            <a:pPr>
              <a:defRPr sz="2400">
                <a:solidFill>
                  <a:srgbClr val="FFFFFF"/>
                </a:solidFill>
              </a:defRPr>
            </a:pPr>
            <a:r>
              <a:t>Oefening 3</a:t>
            </a:r>
          </a:p>
        </p:txBody>
      </p:sp>
      <p:sp>
        <p:nvSpPr>
          <p:cNvPr id="4" name="TextBox 3"/>
          <p:cNvSpPr txBox="1"/>
          <p:nvPr/>
        </p:nvSpPr>
        <p:spPr>
          <a:xfrm>
            <a:off x="6400800" y="5577840"/>
            <a:ext cx="1828800" cy="457200"/>
          </a:xfrm>
          <a:prstGeom prst="rect">
            <a:avLst/>
          </a:prstGeom>
          <a:noFill/>
        </p:spPr>
        <p:txBody>
          <a:bodyPr wrap="none">
            <a:spAutoFit/>
          </a:bodyPr>
          <a:lstStyle/>
          <a:p>
            <a:pPr>
              <a:defRPr>
                <a:solidFill>
                  <a:srgbClr val="FFFFFF"/>
                </a:solidFill>
              </a:defRPr>
            </a:pPr>
            <a:r>
              <a:t>Jan Genoe</a:t>
            </a:r>
          </a:p>
        </p:txBody>
      </p:sp>
      <p:sp>
        <p:nvSpPr>
          <p:cNvPr id="5" name="TextBox 4"/>
          <p:cNvSpPr txBox="1"/>
          <p:nvPr/>
        </p:nvSpPr>
        <p:spPr>
          <a:xfrm>
            <a:off x="6400800" y="5760720"/>
            <a:ext cx="1828800" cy="457200"/>
          </a:xfrm>
          <a:prstGeom prst="rect">
            <a:avLst/>
          </a:prstGeom>
          <a:noFill/>
        </p:spPr>
        <p:txBody>
          <a:bodyPr wrap="none">
            <a:spAutoFit/>
          </a:bodyPr>
          <a:lstStyle/>
          <a:p>
            <a:pPr>
              <a:defRPr>
                <a:solidFill>
                  <a:srgbClr val="FFFFFF"/>
                </a:solidFill>
              </a:defRPr>
            </a:pPr>
            <a:r>
              <a:t>December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Wat is een Smith kaart? Welke waarde wordt er op deze kaart uitgezet? Hoe gebruik je een Smith kaart om een antenne van 30 Ohm aan te passen aan een printbaan van 60 Ohm voor een frequentie van 1.2 GHz (</a:t>
            </a:r>
            <a:r>
              <a:t>λ</a:t>
            </a:r>
            <a:r>
              <a:t>= 12.5 cm)?</a:t>
            </a:r>
          </a:p>
        </p:txBody>
      </p:sp>
      <p:sp>
        <p:nvSpPr>
          <p:cNvPr id="3" name="Title 2"/>
          <p:cNvSpPr>
            <a:spLocks noGrp="1"/>
          </p:cNvSpPr>
          <p:nvPr>
            <p:ph type="title"/>
          </p:nvPr>
        </p:nvSpPr>
        <p:spPr/>
        <p:txBody>
          <a:bodyPr wrap="square">
            <a:noAutofit/>
          </a:bodyPr>
          <a:lstStyle/>
          <a:p>
            <a:r>
              <a:rPr sz="3200" b="1" i="0">
                <a:latin typeface="Arial"/>
              </a:rPr>
              <a:t>Opgave</a:t>
            </a:r>
            <a:endParaRPr sz="3200" b="1" i="0">
              <a:latin typeface="Aria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Smith kaart van de eerste oplossing: C in serie</a:t>
            </a:r>
            <a:endParaRPr sz="3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Circuit van de eerste oplossing</a:t>
            </a:r>
            <a:endParaRPr sz="3200" b="1" i="0">
              <a:latin typeface="Arial"/>
            </a:endParaRPr>
          </a:p>
        </p:txBody>
      </p:sp>
      <p:pic>
        <p:nvPicPr>
          <p:cNvPr id="4" name="Picture 3" descr="image.png"/>
          <p:cNvPicPr>
            <a:picLocks noChangeAspect="1"/>
          </p:cNvPicPr>
          <p:nvPr/>
        </p:nvPicPr>
        <p:blipFill>
          <a:blip r:embed="rId2"/>
          <a:stretch>
            <a:fillRect/>
          </a:stretch>
        </p:blipFill>
        <p:spPr>
          <a:xfrm>
            <a:off x="0" y="539496"/>
            <a:ext cx="12192000" cy="373038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Smith kaart van de tweede oplossing: L in serie</a:t>
            </a:r>
            <a:endParaRPr sz="3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Circuit van de tweede oplossing</a:t>
            </a:r>
            <a:endParaRPr sz="3200" b="1" i="0">
              <a:latin typeface="Arial"/>
            </a:endParaRPr>
          </a:p>
        </p:txBody>
      </p:sp>
      <p:pic>
        <p:nvPicPr>
          <p:cNvPr id="4" name="Picture 3" descr="image.png"/>
          <p:cNvPicPr>
            <a:picLocks noChangeAspect="1"/>
          </p:cNvPicPr>
          <p:nvPr/>
        </p:nvPicPr>
        <p:blipFill>
          <a:blip r:embed="rId2"/>
          <a:stretch>
            <a:fillRect/>
          </a:stretch>
        </p:blipFill>
        <p:spPr>
          <a:xfrm>
            <a:off x="0" y="539496"/>
            <a:ext cx="12192000" cy="36487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Smith kaart van de derde oplossing: C in parallel</a:t>
            </a:r>
            <a:endParaRPr sz="3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Smith kaart van de derde oplossing als admitantie</a:t>
            </a:r>
            <a:endParaRPr sz="3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Circuit van de derde oplossing</a:t>
            </a:r>
            <a:endParaRPr sz="3200" b="1" i="0">
              <a:latin typeface="Arial"/>
            </a:endParaRPr>
          </a:p>
        </p:txBody>
      </p:sp>
      <p:pic>
        <p:nvPicPr>
          <p:cNvPr id="4" name="Picture 3" descr="image.png"/>
          <p:cNvPicPr>
            <a:picLocks noChangeAspect="1"/>
          </p:cNvPicPr>
          <p:nvPr/>
        </p:nvPicPr>
        <p:blipFill>
          <a:blip r:embed="rId2"/>
          <a:stretch>
            <a:fillRect/>
          </a:stretch>
        </p:blipFill>
        <p:spPr>
          <a:xfrm>
            <a:off x="0" y="539496"/>
            <a:ext cx="12192000" cy="512268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Smith kaart van de vierde oplossing: L in parallel</a:t>
            </a:r>
            <a:endParaRPr sz="3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Circuit van de vierde oplossing</a:t>
            </a:r>
            <a:endParaRPr sz="3200" b="1" i="0">
              <a:latin typeface="Arial"/>
            </a:endParaRPr>
          </a:p>
        </p:txBody>
      </p:sp>
      <p:pic>
        <p:nvPicPr>
          <p:cNvPr id="4" name="Picture 3" descr="image.png"/>
          <p:cNvPicPr>
            <a:picLocks noChangeAspect="1"/>
          </p:cNvPicPr>
          <p:nvPr/>
        </p:nvPicPr>
        <p:blipFill>
          <a:blip r:embed="rId2"/>
          <a:stretch>
            <a:fillRect/>
          </a:stretch>
        </p:blipFill>
        <p:spPr>
          <a:xfrm>
            <a:off x="0" y="539496"/>
            <a:ext cx="12192000" cy="512268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800" b="1" i="0">
                <a:latin typeface="Arial"/>
              </a:rPr>
              <a:t>Smith kaart van de vijfde oplossing: C =&gt; open transmissielijn</a:t>
            </a:r>
            <a:endParaRPr sz="28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Circuit van de vijfde oplossing</a:t>
            </a:r>
            <a:endParaRPr sz="3200" b="1" i="0">
              <a:latin typeface="Arial"/>
            </a:endParaRPr>
          </a:p>
        </p:txBody>
      </p:sp>
      <p:pic>
        <p:nvPicPr>
          <p:cNvPr id="4" name="Picture 3" descr="image.png"/>
          <p:cNvPicPr>
            <a:picLocks noChangeAspect="1"/>
          </p:cNvPicPr>
          <p:nvPr/>
        </p:nvPicPr>
        <p:blipFill>
          <a:blip r:embed="rId2"/>
          <a:stretch>
            <a:fillRect/>
          </a:stretch>
        </p:blipFill>
        <p:spPr>
          <a:xfrm>
            <a:off x="417176" y="539496"/>
            <a:ext cx="11357648" cy="56692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500" b="1" i="0">
                <a:latin typeface="Arial"/>
              </a:rPr>
              <a:t>Smith kaart van de zesde oplossing: C =&gt; kortgesloten transmissielijn</a:t>
            </a:r>
            <a:endParaRPr sz="25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Circuit van de zesde oplossing</a:t>
            </a:r>
            <a:endParaRPr sz="3200" b="1" i="0">
              <a:latin typeface="Arial"/>
            </a:endParaRPr>
          </a:p>
        </p:txBody>
      </p:sp>
      <p:pic>
        <p:nvPicPr>
          <p:cNvPr id="4" name="Picture 3" descr="image.png"/>
          <p:cNvPicPr>
            <a:picLocks noChangeAspect="1"/>
          </p:cNvPicPr>
          <p:nvPr/>
        </p:nvPicPr>
        <p:blipFill>
          <a:blip r:embed="rId2"/>
          <a:stretch>
            <a:fillRect/>
          </a:stretch>
        </p:blipFill>
        <p:spPr>
          <a:xfrm>
            <a:off x="417176" y="539496"/>
            <a:ext cx="11357648" cy="56692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700" b="1" i="0">
                <a:latin typeface="Arial"/>
              </a:rPr>
              <a:t>Smith kaart van de zevende oplossing: L =&gt; open transmissielijn</a:t>
            </a:r>
            <a:endParaRPr sz="27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Circuit van de zevende oplossing</a:t>
            </a:r>
            <a:endParaRPr sz="3200" b="1" i="0">
              <a:latin typeface="Arial"/>
            </a:endParaRPr>
          </a:p>
        </p:txBody>
      </p:sp>
      <p:pic>
        <p:nvPicPr>
          <p:cNvPr id="4" name="Picture 3" descr="image.png"/>
          <p:cNvPicPr>
            <a:picLocks noChangeAspect="1"/>
          </p:cNvPicPr>
          <p:nvPr/>
        </p:nvPicPr>
        <p:blipFill>
          <a:blip r:embed="rId2"/>
          <a:stretch>
            <a:fillRect/>
          </a:stretch>
        </p:blipFill>
        <p:spPr>
          <a:xfrm>
            <a:off x="417176" y="539496"/>
            <a:ext cx="11357648" cy="56692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500" b="1" i="0">
                <a:latin typeface="Arial"/>
              </a:rPr>
              <a:t>Smith kaart van de achtste oplossing: L =&gt; kortgesloten transmissielijn</a:t>
            </a:r>
            <a:endParaRPr sz="25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Circuit van de achtste oplossing</a:t>
            </a:r>
            <a:endParaRPr sz="3200" b="1" i="0">
              <a:latin typeface="Arial"/>
            </a:endParaRPr>
          </a:p>
        </p:txBody>
      </p:sp>
      <p:pic>
        <p:nvPicPr>
          <p:cNvPr id="4" name="Picture 3" descr="image.png"/>
          <p:cNvPicPr>
            <a:picLocks noChangeAspect="1"/>
          </p:cNvPicPr>
          <p:nvPr/>
        </p:nvPicPr>
        <p:blipFill>
          <a:blip r:embed="rId2"/>
          <a:stretch>
            <a:fillRect/>
          </a:stretch>
        </p:blipFill>
        <p:spPr>
          <a:xfrm>
            <a:off x="417176" y="539496"/>
            <a:ext cx="11357648" cy="56692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KULeuvenThema600jaar">
  <a:themeElements>
    <a:clrScheme name="KU Leuven 600-jaar">
      <a:dk1>
        <a:srgbClr val="001D41"/>
      </a:dk1>
      <a:lt1>
        <a:sysClr val="window" lastClr="FFFFFF"/>
      </a:lt1>
      <a:dk2>
        <a:srgbClr val="2F4D5D"/>
      </a:dk2>
      <a:lt2>
        <a:srgbClr val="CCD9E5"/>
      </a:lt2>
      <a:accent1>
        <a:srgbClr val="2F4D5D"/>
      </a:accent1>
      <a:accent2>
        <a:srgbClr val="1D8DB0"/>
      </a:accent2>
      <a:accent3>
        <a:srgbClr val="52BDEC"/>
      </a:accent3>
      <a:accent4>
        <a:srgbClr val="87C0BD"/>
      </a:accent4>
      <a:accent5>
        <a:srgbClr val="D4776E"/>
      </a:accent5>
      <a:accent6>
        <a:srgbClr val="E4DA3E"/>
      </a:accent6>
      <a:hlink>
        <a:srgbClr val="001D41"/>
      </a:hlink>
      <a:folHlink>
        <a:srgbClr val="52BDE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1d41a3b-f33d-4db6-b532-757106a7a2ae">
      <Terms xmlns="http://schemas.microsoft.com/office/infopath/2007/PartnerControls"/>
    </lcf76f155ced4ddcb4097134ff3c332f>
    <TaxCatchAll xmlns="bf25a9bf-a811-4965-9d0a-b88059080fe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C495A181F81B4C9DE5AD85CD0F70D4" ma:contentTypeVersion="18" ma:contentTypeDescription="Een nieuw document maken." ma:contentTypeScope="" ma:versionID="6ba28a59cba4a02a693681f32745d77b">
  <xsd:schema xmlns:xsd="http://www.w3.org/2001/XMLSchema" xmlns:xs="http://www.w3.org/2001/XMLSchema" xmlns:p="http://schemas.microsoft.com/office/2006/metadata/properties" xmlns:ns2="81d41a3b-f33d-4db6-b532-757106a7a2ae" xmlns:ns3="bf25a9bf-a811-4965-9d0a-b88059080fed" targetNamespace="http://schemas.microsoft.com/office/2006/metadata/properties" ma:root="true" ma:fieldsID="b996b4a4c0d83f5cfec71b22aba921d2" ns2:_="" ns3:_="">
    <xsd:import namespace="81d41a3b-f33d-4db6-b532-757106a7a2ae"/>
    <xsd:import namespace="bf25a9bf-a811-4965-9d0a-b88059080fe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41a3b-f33d-4db6-b532-757106a7a2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8b6fc0cd-01fe-45a4-a6f7-42bcc5426b5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25a9bf-a811-4965-9d0a-b88059080fed"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055f8838-efd9-4f0c-8182-7a796d537cb6}" ma:internalName="TaxCatchAll" ma:showField="CatchAllData" ma:web="bf25a9bf-a811-4965-9d0a-b88059080fe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E9034D-0B43-4AB0-9535-9A62DB37A999}">
  <ds:schemaRefs>
    <ds:schemaRef ds:uri="http://www.w3.org/XML/1998/namespace"/>
    <ds:schemaRef ds:uri="81d41a3b-f33d-4db6-b532-757106a7a2ae"/>
    <ds:schemaRef ds:uri="http://purl.org/dc/dcmitype/"/>
    <ds:schemaRef ds:uri="http://purl.org/dc/elements/1.1/"/>
    <ds:schemaRef ds:uri="http://schemas.microsoft.com/office/2006/documentManagement/types"/>
    <ds:schemaRef ds:uri="bf25a9bf-a811-4965-9d0a-b88059080fed"/>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263A7949-1B93-457F-8888-53CC8A016F77}">
  <ds:schemaRefs>
    <ds:schemaRef ds:uri="http://schemas.microsoft.com/sharepoint/v3/contenttype/forms"/>
  </ds:schemaRefs>
</ds:datastoreItem>
</file>

<file path=customXml/itemProps3.xml><?xml version="1.0" encoding="utf-8"?>
<ds:datastoreItem xmlns:ds="http://schemas.openxmlformats.org/officeDocument/2006/customXml" ds:itemID="{2A270F01-48F1-4A41-8E26-ACAC668969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d41a3b-f33d-4db6-b532-757106a7a2ae"/>
    <ds:schemaRef ds:uri="bf25a9bf-a811-4965-9d0a-b88059080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261</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KULeuvenThema600jaar</vt:lpstr>
    </vt:vector>
  </TitlesOfParts>
  <Manager/>
  <Company>KULeuven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jan.genoe@kuleuven.be</dc:creator>
  <cp:keywords/>
  <dc:description/>
  <cp:lastModifiedBy>Jan Genoe</cp:lastModifiedBy>
  <cp:revision>17</cp:revision>
  <dcterms:created xsi:type="dcterms:W3CDTF">2017-06-28T07:18:12Z</dcterms:created>
  <dcterms:modified xsi:type="dcterms:W3CDTF">2025-10-11T17:51:24Z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0x010100B8C495A181F81B4C9DE5AD85CD0F70D4</vt:lpwstr>
  </property>
  <property fmtid="{D5CDD505-2E9C-101B-9397-08002B2CF9AE}" pid="3" name="MediaServiceImageTags">
    <vt:lpwstr/>
  </property>
  <property fmtid="{D5CDD505-2E9C-101B-9397-08002B2CF9AE}" pid="4" name="MSIP_Label_f0eba32c-0974-4663-a3a1-3cd8c30938e9_Enabled">
    <vt:lpwstr>true</vt:lpwstr>
  </property>
  <property fmtid="{D5CDD505-2E9C-101B-9397-08002B2CF9AE}" pid="5" name="MSIP_Label_f0eba32c-0974-4663-a3a1-3cd8c30938e9_SetDate">
    <vt:lpwstr>2025-09-20T11:19:19Z</vt:lpwstr>
  </property>
  <property fmtid="{D5CDD505-2E9C-101B-9397-08002B2CF9AE}" pid="6" name="MSIP_Label_f0eba32c-0974-4663-a3a1-3cd8c30938e9_Method">
    <vt:lpwstr>Privileged</vt:lpwstr>
  </property>
  <property fmtid="{D5CDD505-2E9C-101B-9397-08002B2CF9AE}" pid="7" name="MSIP_Label_f0eba32c-0974-4663-a3a1-3cd8c30938e9_Name">
    <vt:lpwstr>Public - General - Unmarked</vt:lpwstr>
  </property>
  <property fmtid="{D5CDD505-2E9C-101B-9397-08002B2CF9AE}" pid="8" name="MSIP_Label_f0eba32c-0974-4663-a3a1-3cd8c30938e9_SiteId">
    <vt:lpwstr>a72d5a72-25ee-40f0-9bd1-067cb5b770d4</vt:lpwstr>
  </property>
  <property fmtid="{D5CDD505-2E9C-101B-9397-08002B2CF9AE}" pid="9" name="MSIP_Label_f0eba32c-0974-4663-a3a1-3cd8c30938e9_ActionId">
    <vt:lpwstr>9a0ea56e-4970-4b94-8005-5d7be7d11852</vt:lpwstr>
  </property>
  <property fmtid="{D5CDD505-2E9C-101B-9397-08002B2CF9AE}" pid="10" name="MSIP_Label_f0eba32c-0974-4663-a3a1-3cd8c30938e9_ContentBits">
    <vt:lpwstr>0</vt:lpwstr>
  </property>
  <property fmtid="{D5CDD505-2E9C-101B-9397-08002B2CF9AE}" pid="11" name="MSIP_Label_f0eba32c-0974-4663-a3a1-3cd8c30938e9_Tag">
    <vt:lpwstr>10, 0, 1, 1</vt:lpwstr>
  </property>
</Properties>
</file>