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Buck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Schakelende voeding voor een lagere spanning te bekomen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70" y="539496"/>
            <a:ext cx="114022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## Onder belasting van de uitgang: 5uA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70" y="539496"/>
            <a:ext cx="114022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