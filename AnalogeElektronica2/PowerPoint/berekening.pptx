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MNA analyse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Berekening van elektronische circuits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Jan Genoe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juni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613" y="539496"/>
            <a:ext cx="9658773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Condensator schema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613" y="539496"/>
            <a:ext cx="9658773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Schema van het spoel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532" y="539496"/>
            <a:ext cx="1022693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niet-ideale spanningsbron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309860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Schema ideale spanningsbron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8036" y="539496"/>
            <a:ext cx="691592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Transformator componenten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783" y="539496"/>
            <a:ext cx="866043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4639" y="539496"/>
            <a:ext cx="5902721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