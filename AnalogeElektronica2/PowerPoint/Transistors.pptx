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5"/>
  </p:notesMasterIdLst>
  <p:handoutMasterIdLst>
    <p:handoutMasterId r:id="rId6"/>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1D41"/>
    <a:srgbClr val="00407A"/>
    <a:srgbClr val="00417E"/>
    <a:srgbClr val="CCD9E5"/>
    <a:srgbClr val="1D8DB0"/>
    <a:srgbClr val="2F4D5D"/>
    <a:srgbClr val="DCE7F0"/>
    <a:srgbClr val="005E7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45133F-5F20-694B-80A0-FFA82CA13C3D}" v="6" dt="2025-01-15T14:53:06.6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276" autoAdjust="0"/>
    <p:restoredTop sz="94635"/>
  </p:normalViewPr>
  <p:slideViewPr>
    <p:cSldViewPr snapToGrid="0">
      <p:cViewPr>
        <p:scale>
          <a:sx n="100" d="100"/>
          <a:sy n="100" d="100"/>
        </p:scale>
        <p:origin x="2008" y="59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microsoft.com/office/2015/10/relationships/revisionInfo" Target="revisionInfo.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rel Titeca" userId="e309ecbf-1eb1-4781-a08b-88c329732184" providerId="ADAL" clId="{E21B21D8-D0A4-3F40-8E97-8C10D55D8AD9}"/>
    <pc:docChg chg="undo custSel addSld delSld modSld modMainMaster">
      <pc:chgData name="Karel Titeca" userId="e309ecbf-1eb1-4781-a08b-88c329732184" providerId="ADAL" clId="{E21B21D8-D0A4-3F40-8E97-8C10D55D8AD9}" dt="2025-01-10T09:12:25.370" v="82" actId="2696"/>
      <pc:docMkLst>
        <pc:docMk/>
      </pc:docMkLst>
      <pc:sldChg chg="del">
        <pc:chgData name="Karel Titeca" userId="e309ecbf-1eb1-4781-a08b-88c329732184" providerId="ADAL" clId="{E21B21D8-D0A4-3F40-8E97-8C10D55D8AD9}" dt="2025-01-09T13:35:50.278" v="48" actId="2696"/>
        <pc:sldMkLst>
          <pc:docMk/>
          <pc:sldMk cId="1271260813" sldId="267"/>
        </pc:sldMkLst>
      </pc:sldChg>
      <pc:sldChg chg="del setBg">
        <pc:chgData name="Karel Titeca" userId="e309ecbf-1eb1-4781-a08b-88c329732184" providerId="ADAL" clId="{E21B21D8-D0A4-3F40-8E97-8C10D55D8AD9}" dt="2025-01-09T13:35:50.278" v="48" actId="2696"/>
        <pc:sldMkLst>
          <pc:docMk/>
          <pc:sldMk cId="508426678" sldId="271"/>
        </pc:sldMkLst>
      </pc:sldChg>
      <pc:sldChg chg="addSp delSp modSp mod chgLayout">
        <pc:chgData name="Karel Titeca" userId="e309ecbf-1eb1-4781-a08b-88c329732184" providerId="ADAL" clId="{E21B21D8-D0A4-3F40-8E97-8C10D55D8AD9}" dt="2025-01-10T09:08:36.639" v="78" actId="931"/>
        <pc:sldMkLst>
          <pc:docMk/>
          <pc:sldMk cId="1969548842" sldId="272"/>
        </pc:sldMkLst>
        <pc:spChg chg="add mod ord">
          <ac:chgData name="Karel Titeca" userId="e309ecbf-1eb1-4781-a08b-88c329732184" providerId="ADAL" clId="{E21B21D8-D0A4-3F40-8E97-8C10D55D8AD9}" dt="2025-01-09T13:41:41.789" v="74" actId="700"/>
          <ac:spMkLst>
            <pc:docMk/>
            <pc:sldMk cId="1969548842" sldId="272"/>
            <ac:spMk id="21" creationId="{DF82E9FA-B200-B169-064F-EF43B636FD1A}"/>
          </ac:spMkLst>
        </pc:spChg>
        <pc:picChg chg="add mod">
          <ac:chgData name="Karel Titeca" userId="e309ecbf-1eb1-4781-a08b-88c329732184" providerId="ADAL" clId="{E21B21D8-D0A4-3F40-8E97-8C10D55D8AD9}" dt="2025-01-10T09:08:36.639" v="78" actId="931"/>
          <ac:picMkLst>
            <pc:docMk/>
            <pc:sldMk cId="1969548842" sldId="272"/>
            <ac:picMk id="5" creationId="{8A6B8130-7EF4-8DFD-935B-5EAA169EE541}"/>
          </ac:picMkLst>
        </pc:picChg>
      </pc:sldChg>
      <pc:sldChg chg="del setBg">
        <pc:chgData name="Karel Titeca" userId="e309ecbf-1eb1-4781-a08b-88c329732184" providerId="ADAL" clId="{E21B21D8-D0A4-3F40-8E97-8C10D55D8AD9}" dt="2025-01-09T13:35:50.278" v="48" actId="2696"/>
        <pc:sldMkLst>
          <pc:docMk/>
          <pc:sldMk cId="615588416" sldId="273"/>
        </pc:sldMkLst>
      </pc:sldChg>
      <pc:sldChg chg="new del">
        <pc:chgData name="Karel Titeca" userId="e309ecbf-1eb1-4781-a08b-88c329732184" providerId="ADAL" clId="{E21B21D8-D0A4-3F40-8E97-8C10D55D8AD9}" dt="2025-01-10T09:12:25.370" v="82" actId="2696"/>
        <pc:sldMkLst>
          <pc:docMk/>
          <pc:sldMk cId="3841677715" sldId="273"/>
        </pc:sldMkLst>
      </pc:sldChg>
      <pc:sldChg chg="new del">
        <pc:chgData name="Karel Titeca" userId="e309ecbf-1eb1-4781-a08b-88c329732184" providerId="ADAL" clId="{E21B21D8-D0A4-3F40-8E97-8C10D55D8AD9}" dt="2025-01-10T09:12:22.787" v="81" actId="2696"/>
        <pc:sldMkLst>
          <pc:docMk/>
          <pc:sldMk cId="682381677" sldId="274"/>
        </pc:sldMkLst>
      </pc:sldChg>
      <pc:sldChg chg="del">
        <pc:chgData name="Karel Titeca" userId="e309ecbf-1eb1-4781-a08b-88c329732184" providerId="ADAL" clId="{E21B21D8-D0A4-3F40-8E97-8C10D55D8AD9}" dt="2025-01-09T13:35:50.278" v="48" actId="2696"/>
        <pc:sldMkLst>
          <pc:docMk/>
          <pc:sldMk cId="4262873472" sldId="274"/>
        </pc:sldMkLst>
      </pc:sldChg>
      <pc:sldChg chg="del">
        <pc:chgData name="Karel Titeca" userId="e309ecbf-1eb1-4781-a08b-88c329732184" providerId="ADAL" clId="{E21B21D8-D0A4-3F40-8E97-8C10D55D8AD9}" dt="2025-01-09T13:35:50.278" v="48" actId="2696"/>
        <pc:sldMkLst>
          <pc:docMk/>
          <pc:sldMk cId="1688863856" sldId="275"/>
        </pc:sldMkLst>
      </pc:sldChg>
      <pc:sldChg chg="del">
        <pc:chgData name="Karel Titeca" userId="e309ecbf-1eb1-4781-a08b-88c329732184" providerId="ADAL" clId="{E21B21D8-D0A4-3F40-8E97-8C10D55D8AD9}" dt="2025-01-09T13:35:50.278" v="48" actId="2696"/>
        <pc:sldMkLst>
          <pc:docMk/>
          <pc:sldMk cId="1642340622" sldId="276"/>
        </pc:sldMkLst>
      </pc:sldChg>
      <pc:sldMasterChg chg="modSldLayout">
        <pc:chgData name="Karel Titeca" userId="e309ecbf-1eb1-4781-a08b-88c329732184" providerId="ADAL" clId="{E21B21D8-D0A4-3F40-8E97-8C10D55D8AD9}" dt="2025-01-09T13:36:45.927" v="56"/>
        <pc:sldMasterMkLst>
          <pc:docMk/>
          <pc:sldMasterMk cId="463755981" sldId="2147483648"/>
        </pc:sldMasterMkLst>
        <pc:sldLayoutChg chg="addSp delSp modSp mod setBg">
          <pc:chgData name="Karel Titeca" userId="e309ecbf-1eb1-4781-a08b-88c329732184" providerId="ADAL" clId="{E21B21D8-D0A4-3F40-8E97-8C10D55D8AD9}" dt="2025-01-09T13:36:45.927" v="56"/>
          <pc:sldLayoutMkLst>
            <pc:docMk/>
            <pc:sldMasterMk cId="463755981" sldId="2147483648"/>
            <pc:sldLayoutMk cId="2102180824" sldId="2147483650"/>
          </pc:sldLayoutMkLst>
        </pc:sldLayoutChg>
        <pc:sldLayoutChg chg="addSp delSp modSp mod setBg">
          <pc:chgData name="Karel Titeca" userId="e309ecbf-1eb1-4781-a08b-88c329732184" providerId="ADAL" clId="{E21B21D8-D0A4-3F40-8E97-8C10D55D8AD9}" dt="2025-01-09T13:36:39.816" v="53"/>
          <pc:sldLayoutMkLst>
            <pc:docMk/>
            <pc:sldMasterMk cId="463755981" sldId="2147483648"/>
            <pc:sldLayoutMk cId="955606081" sldId="2147483666"/>
          </pc:sldLayoutMkLst>
        </pc:sldLayoutChg>
      </pc:sldMasterChg>
    </pc:docChg>
  </pc:docChgLst>
  <pc:docChgLst>
    <pc:chgData name="Machteld Van den Neste" userId="8615916f-9347-4b42-93ba-e5bd1dd13089" providerId="ADAL" clId="{61B0EDAE-C254-4FB6-99BB-9B6D44090C99}"/>
    <pc:docChg chg="undo custSel addSld delSld modSld modMainMaster">
      <pc:chgData name="Machteld Van den Neste" userId="8615916f-9347-4b42-93ba-e5bd1dd13089" providerId="ADAL" clId="{61B0EDAE-C254-4FB6-99BB-9B6D44090C99}" dt="2025-01-02T09:47:30.990" v="249" actId="478"/>
      <pc:docMkLst>
        <pc:docMk/>
      </pc:docMkLst>
      <pc:sldChg chg="modSp del">
        <pc:chgData name="Machteld Van den Neste" userId="8615916f-9347-4b42-93ba-e5bd1dd13089" providerId="ADAL" clId="{61B0EDAE-C254-4FB6-99BB-9B6D44090C99}" dt="2025-01-02T08:50:25.549" v="47" actId="47"/>
        <pc:sldMkLst>
          <pc:docMk/>
          <pc:sldMk cId="377603362" sldId="256"/>
        </pc:sldMkLst>
      </pc:sldChg>
      <pc:sldChg chg="del">
        <pc:chgData name="Machteld Van den Neste" userId="8615916f-9347-4b42-93ba-e5bd1dd13089" providerId="ADAL" clId="{61B0EDAE-C254-4FB6-99BB-9B6D44090C99}" dt="2025-01-02T08:57:21.143" v="72" actId="47"/>
        <pc:sldMkLst>
          <pc:docMk/>
          <pc:sldMk cId="375218072" sldId="258"/>
        </pc:sldMkLst>
      </pc:sldChg>
      <pc:sldChg chg="del">
        <pc:chgData name="Machteld Van den Neste" userId="8615916f-9347-4b42-93ba-e5bd1dd13089" providerId="ADAL" clId="{61B0EDAE-C254-4FB6-99BB-9B6D44090C99}" dt="2025-01-02T09:06:42.738" v="121" actId="47"/>
        <pc:sldMkLst>
          <pc:docMk/>
          <pc:sldMk cId="532101724" sldId="268"/>
        </pc:sldMkLst>
      </pc:sldChg>
      <pc:sldChg chg="del">
        <pc:chgData name="Machteld Van den Neste" userId="8615916f-9347-4b42-93ba-e5bd1dd13089" providerId="ADAL" clId="{61B0EDAE-C254-4FB6-99BB-9B6D44090C99}" dt="2025-01-02T09:04:56.634" v="115" actId="47"/>
        <pc:sldMkLst>
          <pc:docMk/>
          <pc:sldMk cId="2409383368" sldId="269"/>
        </pc:sldMkLst>
      </pc:sldChg>
      <pc:sldChg chg="delSp modSp del mod">
        <pc:chgData name="Machteld Van den Neste" userId="8615916f-9347-4b42-93ba-e5bd1dd13089" providerId="ADAL" clId="{61B0EDAE-C254-4FB6-99BB-9B6D44090C99}" dt="2025-01-02T09:11:32.260" v="143" actId="47"/>
        <pc:sldMkLst>
          <pc:docMk/>
          <pc:sldMk cId="1603027037" sldId="270"/>
        </pc:sldMkLst>
      </pc:sldChg>
      <pc:sldChg chg="addSp delSp modSp new del mod">
        <pc:chgData name="Machteld Van den Neste" userId="8615916f-9347-4b42-93ba-e5bd1dd13089" providerId="ADAL" clId="{61B0EDAE-C254-4FB6-99BB-9B6D44090C99}" dt="2025-01-02T08:57:19.268" v="71" actId="47"/>
        <pc:sldMkLst>
          <pc:docMk/>
          <pc:sldMk cId="1107228455" sldId="272"/>
        </pc:sldMkLst>
      </pc:sldChg>
      <pc:sldChg chg="addSp delSp modSp new del mod setBg">
        <pc:chgData name="Machteld Van den Neste" userId="8615916f-9347-4b42-93ba-e5bd1dd13089" providerId="ADAL" clId="{61B0EDAE-C254-4FB6-99BB-9B6D44090C99}" dt="2025-01-02T08:48:49.262" v="39" actId="47"/>
        <pc:sldMkLst>
          <pc:docMk/>
          <pc:sldMk cId="1433282686" sldId="272"/>
        </pc:sldMkLst>
      </pc:sldChg>
      <pc:sldChg chg="addSp delSp modSp new mod">
        <pc:chgData name="Machteld Van den Neste" userId="8615916f-9347-4b42-93ba-e5bd1dd13089" providerId="ADAL" clId="{61B0EDAE-C254-4FB6-99BB-9B6D44090C99}" dt="2025-01-02T09:47:27.477" v="248" actId="478"/>
        <pc:sldMkLst>
          <pc:docMk/>
          <pc:sldMk cId="1969548842" sldId="272"/>
        </pc:sldMkLst>
      </pc:sldChg>
      <pc:sldChg chg="new">
        <pc:chgData name="Machteld Van den Neste" userId="8615916f-9347-4b42-93ba-e5bd1dd13089" providerId="ADAL" clId="{61B0EDAE-C254-4FB6-99BB-9B6D44090C99}" dt="2025-01-02T08:57:34.417" v="74" actId="680"/>
        <pc:sldMkLst>
          <pc:docMk/>
          <pc:sldMk cId="615588416" sldId="273"/>
        </pc:sldMkLst>
      </pc:sldChg>
      <pc:sldChg chg="new">
        <pc:chgData name="Machteld Van den Neste" userId="8615916f-9347-4b42-93ba-e5bd1dd13089" providerId="ADAL" clId="{61B0EDAE-C254-4FB6-99BB-9B6D44090C99}" dt="2025-01-02T09:05:02.753" v="116" actId="680"/>
        <pc:sldMkLst>
          <pc:docMk/>
          <pc:sldMk cId="4262873472" sldId="274"/>
        </pc:sldMkLst>
      </pc:sldChg>
      <pc:sldChg chg="new">
        <pc:chgData name="Machteld Van den Neste" userId="8615916f-9347-4b42-93ba-e5bd1dd13089" providerId="ADAL" clId="{61B0EDAE-C254-4FB6-99BB-9B6D44090C99}" dt="2025-01-02T09:06:48.676" v="122" actId="680"/>
        <pc:sldMkLst>
          <pc:docMk/>
          <pc:sldMk cId="1688863856" sldId="275"/>
        </pc:sldMkLst>
      </pc:sldChg>
      <pc:sldChg chg="addSp delSp modSp new del mod setBg">
        <pc:chgData name="Machteld Van den Neste" userId="8615916f-9347-4b42-93ba-e5bd1dd13089" providerId="ADAL" clId="{61B0EDAE-C254-4FB6-99BB-9B6D44090C99}" dt="2025-01-02T09:36:18.497" v="222" actId="47"/>
        <pc:sldMkLst>
          <pc:docMk/>
          <pc:sldMk cId="284695013" sldId="276"/>
        </pc:sldMkLst>
      </pc:sldChg>
      <pc:sldChg chg="addSp delSp modSp new mod">
        <pc:chgData name="Machteld Van den Neste" userId="8615916f-9347-4b42-93ba-e5bd1dd13089" providerId="ADAL" clId="{61B0EDAE-C254-4FB6-99BB-9B6D44090C99}" dt="2025-01-02T09:47:30.990" v="249" actId="478"/>
        <pc:sldMkLst>
          <pc:docMk/>
          <pc:sldMk cId="1642340622" sldId="276"/>
        </pc:sldMkLst>
      </pc:sldChg>
      <pc:sldChg chg="new del">
        <pc:chgData name="Machteld Van den Neste" userId="8615916f-9347-4b42-93ba-e5bd1dd13089" providerId="ADAL" clId="{61B0EDAE-C254-4FB6-99BB-9B6D44090C99}" dt="2025-01-02T09:43:12.032" v="240" actId="47"/>
        <pc:sldMkLst>
          <pc:docMk/>
          <pc:sldMk cId="3324634744" sldId="276"/>
        </pc:sldMkLst>
      </pc:sldChg>
      <pc:sldMasterChg chg="mod addSldLayout modSldLayout">
        <pc:chgData name="Machteld Van den Neste" userId="8615916f-9347-4b42-93ba-e5bd1dd13089" providerId="ADAL" clId="{61B0EDAE-C254-4FB6-99BB-9B6D44090C99}" dt="2025-01-02T09:41:54.269" v="239" actId="14100"/>
        <pc:sldMasterMkLst>
          <pc:docMk/>
          <pc:sldMasterMk cId="463755981" sldId="2147483648"/>
        </pc:sldMasterMkLst>
        <pc:sldLayoutChg chg="addSp delSp modSp mod setBg">
          <pc:chgData name="Machteld Van den Neste" userId="8615916f-9347-4b42-93ba-e5bd1dd13089" providerId="ADAL" clId="{61B0EDAE-C254-4FB6-99BB-9B6D44090C99}" dt="2025-01-02T08:55:35.661" v="55" actId="478"/>
          <pc:sldLayoutMkLst>
            <pc:docMk/>
            <pc:sldMasterMk cId="463755981" sldId="2147483648"/>
            <pc:sldLayoutMk cId="1128617704" sldId="2147483649"/>
          </pc:sldLayoutMkLst>
          <pc:spChg chg="mod">
            <ac:chgData name="Machteld Van den Neste" userId="8615916f-9347-4b42-93ba-e5bd1dd13089" providerId="ADAL" clId="{61B0EDAE-C254-4FB6-99BB-9B6D44090C99}" dt="2025-01-02T08:48:08.631" v="32" actId="1076"/>
            <ac:spMkLst>
              <pc:docMk/>
              <pc:sldMasterMk cId="463755981" sldId="2147483648"/>
              <pc:sldLayoutMk cId="1128617704" sldId="2147483649"/>
              <ac:spMk id="6" creationId="{F0056D20-55F3-317C-6661-10BE3B5BC581}"/>
            </ac:spMkLst>
          </pc:spChg>
        </pc:sldLayoutChg>
        <pc:sldLayoutChg chg="addSp delSp modSp mod setBg">
          <pc:chgData name="Machteld Van den Neste" userId="8615916f-9347-4b42-93ba-e5bd1dd13089" providerId="ADAL" clId="{61B0EDAE-C254-4FB6-99BB-9B6D44090C99}" dt="2025-01-02T08:56:33.236" v="70"/>
          <pc:sldLayoutMkLst>
            <pc:docMk/>
            <pc:sldMasterMk cId="463755981" sldId="2147483648"/>
            <pc:sldLayoutMk cId="2102180824" sldId="2147483650"/>
          </pc:sldLayoutMkLst>
        </pc:sldLayoutChg>
        <pc:sldLayoutChg chg="addSp delSp modSp mod">
          <pc:chgData name="Machteld Van den Neste" userId="8615916f-9347-4b42-93ba-e5bd1dd13089" providerId="ADAL" clId="{61B0EDAE-C254-4FB6-99BB-9B6D44090C99}" dt="2025-01-02T09:41:54.269" v="239" actId="14100"/>
          <pc:sldLayoutMkLst>
            <pc:docMk/>
            <pc:sldMasterMk cId="463755981" sldId="2147483648"/>
            <pc:sldLayoutMk cId="0" sldId="2147483661"/>
          </pc:sldLayoutMkLst>
          <pc:spChg chg="add mod ord">
            <ac:chgData name="Machteld Van den Neste" userId="8615916f-9347-4b42-93ba-e5bd1dd13089" providerId="ADAL" clId="{61B0EDAE-C254-4FB6-99BB-9B6D44090C99}" dt="2025-01-02T09:41:54.269" v="239" actId="14100"/>
            <ac:spMkLst>
              <pc:docMk/>
              <pc:sldMasterMk cId="463755981" sldId="2147483648"/>
              <pc:sldLayoutMk cId="0" sldId="2147483661"/>
              <ac:spMk id="3" creationId="{13391891-52D5-B43E-96A4-81AFBB31486B}"/>
            </ac:spMkLst>
          </pc:spChg>
          <pc:spChg chg="add mod">
            <ac:chgData name="Machteld Van den Neste" userId="8615916f-9347-4b42-93ba-e5bd1dd13089" providerId="ADAL" clId="{61B0EDAE-C254-4FB6-99BB-9B6D44090C99}" dt="2025-01-02T09:41:47.227" v="238" actId="3064"/>
            <ac:spMkLst>
              <pc:docMk/>
              <pc:sldMasterMk cId="463755981" sldId="2147483648"/>
              <pc:sldLayoutMk cId="0" sldId="2147483661"/>
              <ac:spMk id="4" creationId="{2E78632D-E6A2-312C-C612-BDDFA57CA267}"/>
            </ac:spMkLst>
          </pc:spChg>
        </pc:sldLayoutChg>
        <pc:sldLayoutChg chg="addSp delSp modSp mod">
          <pc:chgData name="Machteld Van den Neste" userId="8615916f-9347-4b42-93ba-e5bd1dd13089" providerId="ADAL" clId="{61B0EDAE-C254-4FB6-99BB-9B6D44090C99}" dt="2025-01-02T09:05:51.617" v="120"/>
          <pc:sldLayoutMkLst>
            <pc:docMk/>
            <pc:sldMasterMk cId="463755981" sldId="2147483648"/>
            <pc:sldLayoutMk cId="2729922542" sldId="2147483664"/>
          </pc:sldLayoutMkLst>
          <pc:spChg chg="add mod">
            <ac:chgData name="Machteld Van den Neste" userId="8615916f-9347-4b42-93ba-e5bd1dd13089" providerId="ADAL" clId="{61B0EDAE-C254-4FB6-99BB-9B6D44090C99}" dt="2025-01-02T09:05:51.617" v="120"/>
            <ac:spMkLst>
              <pc:docMk/>
              <pc:sldMasterMk cId="463755981" sldId="2147483648"/>
              <pc:sldLayoutMk cId="2729922542" sldId="2147483664"/>
              <ac:spMk id="2" creationId="{B8E699FC-673C-4C85-B4D7-5D55E303F407}"/>
            </ac:spMkLst>
          </pc:spChg>
        </pc:sldLayoutChg>
        <pc:sldLayoutChg chg="addSp delSp modSp mod">
          <pc:chgData name="Machteld Van den Neste" userId="8615916f-9347-4b42-93ba-e5bd1dd13089" providerId="ADAL" clId="{61B0EDAE-C254-4FB6-99BB-9B6D44090C99}" dt="2025-01-02T09:03:37.801" v="114" actId="113"/>
          <pc:sldLayoutMkLst>
            <pc:docMk/>
            <pc:sldMasterMk cId="463755981" sldId="2147483648"/>
            <pc:sldLayoutMk cId="961122991" sldId="2147483665"/>
          </pc:sldLayoutMkLst>
          <pc:spChg chg="add mod">
            <ac:chgData name="Machteld Van den Neste" userId="8615916f-9347-4b42-93ba-e5bd1dd13089" providerId="ADAL" clId="{61B0EDAE-C254-4FB6-99BB-9B6D44090C99}" dt="2025-01-02T09:03:37.801" v="114" actId="113"/>
            <ac:spMkLst>
              <pc:docMk/>
              <pc:sldMasterMk cId="463755981" sldId="2147483648"/>
              <pc:sldLayoutMk cId="961122991" sldId="2147483665"/>
              <ac:spMk id="7" creationId="{3BE6B130-1D11-E9C7-FB3D-DE28358B931F}"/>
            </ac:spMkLst>
          </pc:spChg>
        </pc:sldLayoutChg>
        <pc:sldLayoutChg chg="delSp modSp mod setBg">
          <pc:chgData name="Machteld Van den Neste" userId="8615916f-9347-4b42-93ba-e5bd1dd13089" providerId="ADAL" clId="{61B0EDAE-C254-4FB6-99BB-9B6D44090C99}" dt="2025-01-02T09:26:15.945" v="150"/>
          <pc:sldLayoutMkLst>
            <pc:docMk/>
            <pc:sldMasterMk cId="463755981" sldId="2147483648"/>
            <pc:sldLayoutMk cId="955606081" sldId="2147483666"/>
          </pc:sldLayoutMkLst>
        </pc:sldLayoutChg>
        <pc:sldLayoutChg chg="addSp delSp modSp mod">
          <pc:chgData name="Machteld Van den Neste" userId="8615916f-9347-4b42-93ba-e5bd1dd13089" providerId="ADAL" clId="{61B0EDAE-C254-4FB6-99BB-9B6D44090C99}" dt="2025-01-02T09:05:46.697" v="118"/>
          <pc:sldLayoutMkLst>
            <pc:docMk/>
            <pc:sldMasterMk cId="463755981" sldId="2147483648"/>
            <pc:sldLayoutMk cId="4239957473" sldId="2147483667"/>
          </pc:sldLayoutMkLst>
          <pc:spChg chg="add mod">
            <ac:chgData name="Machteld Van den Neste" userId="8615916f-9347-4b42-93ba-e5bd1dd13089" providerId="ADAL" clId="{61B0EDAE-C254-4FB6-99BB-9B6D44090C99}" dt="2025-01-02T09:05:46.697" v="118"/>
            <ac:spMkLst>
              <pc:docMk/>
              <pc:sldMasterMk cId="463755981" sldId="2147483648"/>
              <pc:sldLayoutMk cId="4239957473" sldId="2147483667"/>
              <ac:spMk id="3" creationId="{E9A25335-0D2B-ED58-6AAF-0CA4D0AF90E5}"/>
            </ac:spMkLst>
          </pc:spChg>
        </pc:sldLayoutChg>
        <pc:sldLayoutChg chg="delSp add mod modTransition">
          <pc:chgData name="Machteld Van den Neste" userId="8615916f-9347-4b42-93ba-e5bd1dd13089" providerId="ADAL" clId="{61B0EDAE-C254-4FB6-99BB-9B6D44090C99}" dt="2025-01-02T09:20:57.480" v="145" actId="478"/>
          <pc:sldLayoutMkLst>
            <pc:docMk/>
            <pc:sldMasterMk cId="463755981" sldId="2147483648"/>
            <pc:sldLayoutMk cId="2998040396" sldId="2147483668"/>
          </pc:sldLayoutMkLst>
        </pc:sldLayoutChg>
      </pc:sldMasterChg>
    </pc:docChg>
  </pc:docChgLst>
  <pc:docChgLst>
    <pc:chgData name="Karel Titeca" userId="e309ecbf-1eb1-4781-a08b-88c329732184" providerId="ADAL" clId="{2545133F-5F20-694B-80A0-FFA82CA13C3D}"/>
    <pc:docChg chg="custSel addSld delSld modSld modMainMaster">
      <pc:chgData name="Karel Titeca" userId="e309ecbf-1eb1-4781-a08b-88c329732184" providerId="ADAL" clId="{2545133F-5F20-694B-80A0-FFA82CA13C3D}" dt="2025-01-15T15:53:09.649" v="231" actId="680"/>
      <pc:docMkLst>
        <pc:docMk/>
      </pc:docMkLst>
      <pc:sldChg chg="addSp delSp modSp new del mod">
        <pc:chgData name="Karel Titeca" userId="e309ecbf-1eb1-4781-a08b-88c329732184" providerId="ADAL" clId="{2545133F-5F20-694B-80A0-FFA82CA13C3D}" dt="2025-01-10T09:58:15.698" v="143" actId="2696"/>
        <pc:sldMkLst>
          <pc:docMk/>
          <pc:sldMk cId="576512829" sldId="273"/>
        </pc:sldMkLst>
      </pc:sldChg>
      <pc:sldChg chg="modSp new del mod">
        <pc:chgData name="Karel Titeca" userId="e309ecbf-1eb1-4781-a08b-88c329732184" providerId="ADAL" clId="{2545133F-5F20-694B-80A0-FFA82CA13C3D}" dt="2025-01-15T14:55:01.571" v="230" actId="2696"/>
        <pc:sldMkLst>
          <pc:docMk/>
          <pc:sldMk cId="715517778" sldId="273"/>
        </pc:sldMkLst>
        <pc:spChg chg="mod">
          <ac:chgData name="Karel Titeca" userId="e309ecbf-1eb1-4781-a08b-88c329732184" providerId="ADAL" clId="{2545133F-5F20-694B-80A0-FFA82CA13C3D}" dt="2025-01-15T14:54:56.289" v="229" actId="20577"/>
          <ac:spMkLst>
            <pc:docMk/>
            <pc:sldMk cId="715517778" sldId="273"/>
            <ac:spMk id="2" creationId="{0818634F-AACF-670E-FF81-581FA6B45895}"/>
          </ac:spMkLst>
        </pc:spChg>
      </pc:sldChg>
      <pc:sldChg chg="modSp new del mod">
        <pc:chgData name="Karel Titeca" userId="e309ecbf-1eb1-4781-a08b-88c329732184" providerId="ADAL" clId="{2545133F-5F20-694B-80A0-FFA82CA13C3D}" dt="2025-01-15T14:53:36.299" v="187" actId="2696"/>
        <pc:sldMkLst>
          <pc:docMk/>
          <pc:sldMk cId="1871108053" sldId="273"/>
        </pc:sldMkLst>
        <pc:spChg chg="mod">
          <ac:chgData name="Karel Titeca" userId="e309ecbf-1eb1-4781-a08b-88c329732184" providerId="ADAL" clId="{2545133F-5F20-694B-80A0-FFA82CA13C3D}" dt="2025-01-15T14:53:32.653" v="186" actId="20577"/>
          <ac:spMkLst>
            <pc:docMk/>
            <pc:sldMk cId="1871108053" sldId="273"/>
            <ac:spMk id="2" creationId="{15AF4A44-095D-FD92-DC81-15796461E1B6}"/>
          </ac:spMkLst>
        </pc:spChg>
      </pc:sldChg>
      <pc:sldChg chg="new">
        <pc:chgData name="Karel Titeca" userId="e309ecbf-1eb1-4781-a08b-88c329732184" providerId="ADAL" clId="{2545133F-5F20-694B-80A0-FFA82CA13C3D}" dt="2025-01-15T15:53:09.649" v="231" actId="680"/>
        <pc:sldMkLst>
          <pc:docMk/>
          <pc:sldMk cId="2042924251" sldId="273"/>
        </pc:sldMkLst>
      </pc:sldChg>
      <pc:sldChg chg="new del">
        <pc:chgData name="Karel Titeca" userId="e309ecbf-1eb1-4781-a08b-88c329732184" providerId="ADAL" clId="{2545133F-5F20-694B-80A0-FFA82CA13C3D}" dt="2025-01-10T09:56:07.129" v="3" actId="2696"/>
        <pc:sldMkLst>
          <pc:docMk/>
          <pc:sldMk cId="2449635822" sldId="273"/>
        </pc:sldMkLst>
      </pc:sldChg>
      <pc:sldChg chg="addSp delSp modSp new del">
        <pc:chgData name="Karel Titeca" userId="e309ecbf-1eb1-4781-a08b-88c329732184" providerId="ADAL" clId="{2545133F-5F20-694B-80A0-FFA82CA13C3D}" dt="2025-01-10T09:57:22.619" v="138" actId="2696"/>
        <pc:sldMkLst>
          <pc:docMk/>
          <pc:sldMk cId="2997442449" sldId="273"/>
        </pc:sldMkLst>
      </pc:sldChg>
      <pc:sldChg chg="new del">
        <pc:chgData name="Karel Titeca" userId="e309ecbf-1eb1-4781-a08b-88c329732184" providerId="ADAL" clId="{2545133F-5F20-694B-80A0-FFA82CA13C3D}" dt="2025-01-10T09:56:23.802" v="12" actId="2696"/>
        <pc:sldMkLst>
          <pc:docMk/>
          <pc:sldMk cId="3858289603" sldId="273"/>
        </pc:sldMkLst>
      </pc:sldChg>
      <pc:sldMasterChg chg="addSldLayout modSldLayout">
        <pc:chgData name="Karel Titeca" userId="e309ecbf-1eb1-4781-a08b-88c329732184" providerId="ADAL" clId="{2545133F-5F20-694B-80A0-FFA82CA13C3D}" dt="2025-01-15T14:53:06.620" v="145" actId="12"/>
        <pc:sldMasterMkLst>
          <pc:docMk/>
          <pc:sldMasterMk cId="463755981" sldId="2147483648"/>
        </pc:sldMasterMkLst>
        <pc:sldLayoutChg chg="modSp mod">
          <pc:chgData name="Karel Titeca" userId="e309ecbf-1eb1-4781-a08b-88c329732184" providerId="ADAL" clId="{2545133F-5F20-694B-80A0-FFA82CA13C3D}" dt="2025-01-10T09:57:37.239" v="139" actId="207"/>
          <pc:sldLayoutMkLst>
            <pc:docMk/>
            <pc:sldMasterMk cId="463755981" sldId="2147483648"/>
            <pc:sldLayoutMk cId="1128617704" sldId="2147483649"/>
          </pc:sldLayoutMkLst>
          <pc:spChg chg="mod">
            <ac:chgData name="Karel Titeca" userId="e309ecbf-1eb1-4781-a08b-88c329732184" providerId="ADAL" clId="{2545133F-5F20-694B-80A0-FFA82CA13C3D}" dt="2025-01-10T09:57:37.239" v="139" actId="207"/>
            <ac:spMkLst>
              <pc:docMk/>
              <pc:sldMasterMk cId="463755981" sldId="2147483648"/>
              <pc:sldLayoutMk cId="1128617704" sldId="2147483649"/>
              <ac:spMk id="6" creationId="{F0056D20-55F3-317C-6661-10BE3B5BC581}"/>
            </ac:spMkLst>
          </pc:spChg>
        </pc:sldLayoutChg>
        <pc:sldLayoutChg chg="modSp add mod modTransition">
          <pc:chgData name="Karel Titeca" userId="e309ecbf-1eb1-4781-a08b-88c329732184" providerId="ADAL" clId="{2545133F-5F20-694B-80A0-FFA82CA13C3D}" dt="2025-01-15T14:53:06.620" v="145" actId="12"/>
          <pc:sldLayoutMkLst>
            <pc:docMk/>
            <pc:sldMasterMk cId="463755981" sldId="2147483648"/>
            <pc:sldLayoutMk cId="2045038603" sldId="2147483669"/>
          </pc:sldLayoutMkLst>
          <pc:spChg chg="mod">
            <ac:chgData name="Karel Titeca" userId="e309ecbf-1eb1-4781-a08b-88c329732184" providerId="ADAL" clId="{2545133F-5F20-694B-80A0-FFA82CA13C3D}" dt="2025-01-15T14:53:06.620" v="145" actId="12"/>
            <ac:spMkLst>
              <pc:docMk/>
              <pc:sldMasterMk cId="463755981" sldId="2147483648"/>
              <pc:sldLayoutMk cId="2045038603" sldId="2147483669"/>
              <ac:spMk id="8" creationId="{C01A8B63-1F44-5094-9E16-440828CEB08D}"/>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26E0211-8DE3-C64F-AAE3-CB72D7CBE226}" type="datetime1">
              <a:rPr lang="en-US" smtClean="0"/>
              <a:t>10/11/25</a:t>
            </a:fld>
            <a:endParaRPr lang="nl-NL" dirty="0"/>
          </a:p>
        </p:txBody>
      </p:sp>
      <p:sp>
        <p:nvSpPr>
          <p:cNvPr id="4" name="Tijdelijke aanduiding voor voettekst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5" name="Tijdelijke aanduiding voor dia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152A6D4-CD3D-5148-8B70-A84796F20135}" type="slidenum">
              <a:rPr lang="nl-NL" smtClean="0"/>
              <a:t>‹#›</a:t>
            </a:fld>
            <a:endParaRPr lang="nl-NL" dirty="0"/>
          </a:p>
        </p:txBody>
      </p:sp>
    </p:spTree>
    <p:extLst>
      <p:ext uri="{BB962C8B-B14F-4D97-AF65-F5344CB8AC3E}">
        <p14:creationId xmlns:p14="http://schemas.microsoft.com/office/powerpoint/2010/main" val="458916391"/>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E9F3D4-1EB7-C24E-988E-C5578F74A120}" type="datetime1">
              <a:rPr lang="en-US" smtClean="0"/>
              <a:t>10/11/25</a:t>
            </a:fld>
            <a:endParaRPr lang="nl-NL" dirty="0"/>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dirty="0"/>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54E32A-327F-AF4B-8E1F-209FBF93D26D}" type="slidenum">
              <a:rPr lang="nl-NL" smtClean="0"/>
              <a:t>‹#›</a:t>
            </a:fld>
            <a:endParaRPr lang="nl-NL" dirty="0"/>
          </a:p>
        </p:txBody>
      </p:sp>
    </p:spTree>
    <p:extLst>
      <p:ext uri="{BB962C8B-B14F-4D97-AF65-F5344CB8AC3E}">
        <p14:creationId xmlns:p14="http://schemas.microsoft.com/office/powerpoint/2010/main" val="1464046713"/>
      </p:ext>
    </p:extLst>
  </p:cSld>
  <p:clrMap bg1="lt1" tx1="dk1" bg2="lt2" tx2="dk2" accent1="accent1" accent2="accent2" accent3="accent3" accent4="accent4" accent5="accent5" accent6="accent6" hlink="hlink" folHlink="folHlink"/>
  <p:hf/>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Wanneer we een spanning aanleggen aan de gate, moeten we eerst zorgen dat ladingsdragers van de bulk, die van een tegengesteld type zijn dan de gewenste ladingsdragers, voldoende ver van onder de gate verdwijnen. Vervolgens trekken we met de gate ladingsdragers uit de source aan die een kanaal gaan vormen onder de gate. Hoe hoger de spanning aan de gate, hoe meer ladingsdragers in het kanaal.</a:t>
            </a:r>
          </a:p>
          <a:p/>
          <a:p>
            <a:r>
              <a:t>* Voor een nMOS transistor hebben we een positieve spanning nodig aan de gate, omdat het kanaal uit elektronen bestaat (=negatieve ladingsdragers). Bovendien moet die spanning groter zijn dan de spanning aan de source plus de drempelspanning $V_T$.</a:t>
            </a:r>
          </a:p>
          <a:p>
            <a:r>
              <a:t>* Voor een pMOS transistor hebben we een negatieve spanning nodig aan de gate, omdat het kanaal uit gaten bestaat (=positieve ladingsdragers). Bovendien moet die spanning kleiner zijn dan de spanning aan de source min de drempelspanning $V_T$.</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Eerst bekijken we een dwarsdoorsnede van een nMOS met &lt;$V_{GS}$&lt;$V_T$ en $V_{DS}$=VSB= 0V. Zolang de gate-source spanning kleiner blijft dan de drempelspanning zal de toenemende gate spanning in de eerste plaats gecompenseerd worden door een vergroting van de ruimteladingslaag onder de gate. De gaten verdwijnen onder de gate en dit de negatieve lading die de toenemende positieve lading op de gate compenseert. Van zodra dat de gate-source spanning groter wordt dan de drempelspanning bekomen we een kanaal onder de gate, zoals zichtbaar is in de dwarsdoorsnede van een nMOS met $V_{GS}$&gt;$V_T$&gt; en $V_{DS}$=VSB= 0V. Hoe meer we de gate spanning verder laten toenemen, hoe meer lading we in het kanaal bekomen.</a:t>
            </a:r>
          </a:p>
          <a:p>
            <a:r>
              <a:t>[] http://www-g.eng.cam.ac.uk/mmg/teaching/linearcircuits/mosfet.html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 praktijk kunnen we de gate niet perfect naast de source leggen, omdat perfectie niet bestaat. We kunnen die perfectie wel altijd beter en beter proberen te benaderen. Dit maakt deel uit van de constante technologische evolutie. We kunnen ons niet permitteren dat er een onderbreking in het kanaal is. Dus zal er in de praktijk steeds een overlap zijn tussen de gate en de source en ook tussen de gate en de drain.</a:t>
            </a:r>
          </a:p>
          <a:p>
            <a:r>
              <a:t>Van de andere kant mag de dopering ook niet zo ver onder de gate diffunderen dat er een kortsluiting zou kunnen ontstaan tussen drain en source.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het symbool van de MOS transistor wordt zeer goed aangegeven dat de gate een condensator is die moet opgeladen worden. Voor de rest zijn er een aantal alternatieven in gebruik. De symbolen aan de linkerkant, zowel voor de nMOS als voor de pMOS geven goed aan dat de source, de drain en ook het kanaal, als het er is, een PN junctie vormen met de bulk. De richting van de pijl geven weer de richting van de pn-diode aan. Dit symbool is nuttig wanneer we aan de transistor een bulkspanning opleggen die niet de normale waarde is (voeding voor de pMOS of grond voor de nMOS). Het komt ook wel voor, als variatie op dit symbool, dat de pijl aan de kant van de source is getekend. In dit geval is de richting van de pijl omgekeerd.</a:t>
            </a:r>
          </a:p>
          <a:p>
            <a:r>
              <a:t>De symbolen aan de rechterkant zijn veel eenvoudiger en laten dus toe veel sneller een schema te tekenen. Hierbij veronderstellen we dat het bulkcontact steeds de grond is voor de nMOS en de voeding voor de pMOS. Het bolletje aan de gate van de pMOS wordt in de elektronica vaak gebruikt om een inversie van een signaal aan te duiden, en het geeft hier aan dat de transistor in geleiding is als de spanning aan de gate laag is.</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Ook de emitter en de collectorweerstand van de bipolaire transistor zijn belangrijk, vooral omdat de stromen die hierdoor lopen veel groter zijn dan de stromen door de basis. De emitterweerstand kan kleiner gemaakt worden door deze laag dunner te maken en de collectorweerstand door de laag dikker te maken. Soms wordt er om een kleinere collectorweerstand te bekomen nog een zeer hoog gedopeerde laag voorzien helemaal onderaan de structuur.</a:t>
            </a:r>
          </a:p>
          <a:p>
            <a:r>
              <a:t>De weerstandswaarden die hierboven opgegeven zijn gelden voor een npn transistor. Omwille van de slechtere geleidbaarheid van een p-type laag zullen we hogere r_{e} en r_{c} waardes bekomen voor een pnp transistor.</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dia">
    <p:bg>
      <p:bgPr>
        <a:solidFill>
          <a:srgbClr val="001D41"/>
        </a:solidFill>
        <a:effectLst/>
      </p:bgPr>
    </p:bg>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8BDB9EC-0874-2647-AB98-1103A741C35F}"/>
              </a:ext>
            </a:extLst>
          </p:cNvPr>
          <p:cNvSpPr>
            <a:spLocks noGrp="1"/>
          </p:cNvSpPr>
          <p:nvPr>
            <p:ph type="title" hasCustomPrompt="1"/>
          </p:nvPr>
        </p:nvSpPr>
        <p:spPr>
          <a:xfrm>
            <a:off x="6333667" y="1730828"/>
            <a:ext cx="5283534" cy="3396343"/>
          </a:xfrm>
        </p:spPr>
        <p:txBody>
          <a:bodyPr anchor="ctr" anchorCtr="0">
            <a:normAutofit/>
          </a:bodyPr>
          <a:lstStyle>
            <a:lvl1pPr>
              <a:defRPr sz="4000" b="1" i="0" baseline="0">
                <a:solidFill>
                  <a:schemeClr val="bg1"/>
                </a:solidFill>
                <a:latin typeface="Arial" panose="020B0604020202020204" pitchFamily="34" charset="0"/>
              </a:defRPr>
            </a:lvl1pPr>
          </a:lstStyle>
          <a:p>
            <a:r>
              <a:rPr lang="nl-NL" dirty="0"/>
              <a:t>Klikken om </a:t>
            </a:r>
            <a:br>
              <a:rPr lang="nl-NL" dirty="0"/>
            </a:br>
            <a:r>
              <a:rPr lang="nl-NL" dirty="0"/>
              <a:t>een titel toe </a:t>
            </a:r>
            <a:br>
              <a:rPr lang="nl-NL" dirty="0"/>
            </a:br>
            <a:r>
              <a:rPr lang="nl-NL" dirty="0"/>
              <a:t>te voegen</a:t>
            </a:r>
            <a:endParaRPr lang="nl-BE" dirty="0"/>
          </a:p>
        </p:txBody>
      </p:sp>
      <p:pic>
        <p:nvPicPr>
          <p:cNvPr id="8" name="Afbeelding 7" descr="Afbeelding met Lettertype, Graphics, logo, schermopname&#10;&#10;Automatisch gegenereerde beschrijving">
            <a:extLst>
              <a:ext uri="{FF2B5EF4-FFF2-40B4-BE49-F238E27FC236}">
                <a16:creationId xmlns:a16="http://schemas.microsoft.com/office/drawing/2014/main" id="{5D495572-740C-622D-A0A0-55B335E879EE}"/>
              </a:ext>
            </a:extLst>
          </p:cNvPr>
          <p:cNvPicPr>
            <a:picLocks noChangeAspect="1"/>
          </p:cNvPicPr>
          <p:nvPr userDrawn="1"/>
        </p:nvPicPr>
        <p:blipFill>
          <a:blip r:embed="rId2"/>
          <a:stretch>
            <a:fillRect/>
          </a:stretch>
        </p:blipFill>
        <p:spPr>
          <a:xfrm>
            <a:off x="9249045" y="5969498"/>
            <a:ext cx="2520000" cy="495158"/>
          </a:xfrm>
          <a:prstGeom prst="rect">
            <a:avLst/>
          </a:prstGeom>
        </p:spPr>
      </p:pic>
      <p:sp>
        <p:nvSpPr>
          <p:cNvPr id="9" name="Titel 2">
            <a:extLst>
              <a:ext uri="{FF2B5EF4-FFF2-40B4-BE49-F238E27FC236}">
                <a16:creationId xmlns:a16="http://schemas.microsoft.com/office/drawing/2014/main" id="{3DAE7C1F-2FF5-D159-64D6-93BFDEDD4C19}"/>
              </a:ext>
            </a:extLst>
          </p:cNvPr>
          <p:cNvSpPr txBox="1">
            <a:spLocks/>
          </p:cNvSpPr>
          <p:nvPr userDrawn="1"/>
        </p:nvSpPr>
        <p:spPr>
          <a:xfrm>
            <a:off x="6333667" y="4484914"/>
            <a:ext cx="5283534" cy="642257"/>
          </a:xfrm>
          <a:prstGeom prst="rect">
            <a:avLst/>
          </a:prstGeom>
        </p:spPr>
        <p:txBody>
          <a:bodyPr vert="horz" lIns="0" tIns="0" rIns="0" bIns="0" rtlCol="0" anchor="ctr" anchorCtr="0">
            <a:normAutofit/>
          </a:bodyPr>
          <a:lstStyle>
            <a:lvl1pPr algn="l" defTabSz="914400" rtl="0" eaLnBrk="1" latinLnBrk="0" hangingPunct="1">
              <a:lnSpc>
                <a:spcPct val="90000"/>
              </a:lnSpc>
              <a:spcBef>
                <a:spcPct val="0"/>
              </a:spcBef>
              <a:buNone/>
              <a:defRPr sz="4000" b="1" i="0" kern="1200" baseline="0">
                <a:solidFill>
                  <a:schemeClr val="bg1"/>
                </a:solidFill>
                <a:latin typeface="Arial" panose="020B0604020202020204" pitchFamily="34" charset="0"/>
                <a:ea typeface="+mj-ea"/>
                <a:cs typeface="+mj-cs"/>
              </a:defRPr>
            </a:lvl1pPr>
          </a:lstStyle>
          <a:p>
            <a:endParaRPr lang="nl-BE" sz="2000" b="0" i="0" baseline="0"/>
          </a:p>
        </p:txBody>
      </p:sp>
      <p:pic>
        <p:nvPicPr>
          <p:cNvPr id="4" name="Picture Placeholder 4">
            <a:extLst>
              <a:ext uri="{FF2B5EF4-FFF2-40B4-BE49-F238E27FC236}">
                <a16:creationId xmlns:a16="http://schemas.microsoft.com/office/drawing/2014/main" id="{7155FCE1-AFE6-6C0C-8806-031D125F9064}"/>
              </a:ext>
            </a:extLst>
          </p:cNvPr>
          <p:cNvPicPr>
            <a:picLocks noChangeAspect="1"/>
          </p:cNvPicPr>
          <p:nvPr userDrawn="1"/>
        </p:nvPicPr>
        <p:blipFill>
          <a:blip r:embed="rId3"/>
          <a:srcRect/>
          <a:stretch>
            <a:fillRect/>
          </a:stretch>
        </p:blipFill>
        <p:spPr>
          <a:xfrm>
            <a:off x="-763200" y="-3"/>
            <a:ext cx="6858000" cy="6858000"/>
          </a:xfrm>
          <a:prstGeom prst="ellipse">
            <a:avLst/>
          </a:prstGeom>
          <a:ln w="63500" cap="rnd">
            <a:no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128617704"/>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dia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el 2">
            <a:extLst>
              <a:ext uri="{FF2B5EF4-FFF2-40B4-BE49-F238E27FC236}">
                <a16:creationId xmlns:a16="http://schemas.microsoft.com/office/drawing/2014/main" id="{D96485BC-8D44-B69E-01B8-A8905B4AA829}"/>
              </a:ext>
            </a:extLst>
          </p:cNvPr>
          <p:cNvSpPr>
            <a:spLocks noGrp="1"/>
          </p:cNvSpPr>
          <p:nvPr>
            <p:ph type="title" hasCustomPrompt="1"/>
          </p:nvPr>
        </p:nvSpPr>
        <p:spPr>
          <a:xfrm>
            <a:off x="1684266" y="898071"/>
            <a:ext cx="9931733" cy="3396343"/>
          </a:xfrm>
        </p:spPr>
        <p:txBody>
          <a:bodyPr anchor="ctr" anchorCtr="0">
            <a:normAutofit/>
          </a:bodyPr>
          <a:lstStyle>
            <a:lvl1pPr>
              <a:defRPr sz="4000" b="1" i="0" baseline="0">
                <a:solidFill>
                  <a:schemeClr val="bg1"/>
                </a:solidFill>
                <a:latin typeface="Arial" panose="020B0604020202020204" pitchFamily="34" charset="0"/>
              </a:defRPr>
            </a:lvl1pPr>
          </a:lstStyle>
          <a:p>
            <a:r>
              <a:rPr lang="nl-NL" dirty="0"/>
              <a:t>Klikken om </a:t>
            </a:r>
            <a:br>
              <a:rPr lang="nl-NL" dirty="0"/>
            </a:br>
            <a:r>
              <a:rPr lang="nl-NL" dirty="0"/>
              <a:t>een titel toe </a:t>
            </a:r>
            <a:br>
              <a:rPr lang="nl-NL" dirty="0"/>
            </a:br>
            <a:r>
              <a:rPr lang="nl-NL" dirty="0"/>
              <a:t>te voegen</a:t>
            </a:r>
            <a:endParaRPr lang="nl-BE" dirty="0"/>
          </a:p>
        </p:txBody>
      </p:sp>
      <p:pic>
        <p:nvPicPr>
          <p:cNvPr id="2" name="Afbeelding 1" descr="Afbeelding met Lettertype, Graphics, logo, schermopname&#10;&#10;Automatisch gegenereerde beschrijving">
            <a:extLst>
              <a:ext uri="{FF2B5EF4-FFF2-40B4-BE49-F238E27FC236}">
                <a16:creationId xmlns:a16="http://schemas.microsoft.com/office/drawing/2014/main" id="{5DDC59BD-319A-966E-C8B8-3E1004F142A1}"/>
              </a:ext>
            </a:extLst>
          </p:cNvPr>
          <p:cNvPicPr>
            <a:picLocks noChangeAspect="1"/>
          </p:cNvPicPr>
          <p:nvPr userDrawn="1"/>
        </p:nvPicPr>
        <p:blipFill>
          <a:blip r:embed="rId3"/>
          <a:stretch>
            <a:fillRect/>
          </a:stretch>
        </p:blipFill>
        <p:spPr>
          <a:xfrm>
            <a:off x="9249045" y="5969498"/>
            <a:ext cx="2520000" cy="495158"/>
          </a:xfrm>
          <a:prstGeom prst="rect">
            <a:avLst/>
          </a:prstGeom>
        </p:spPr>
      </p:pic>
    </p:spTree>
    <p:extLst>
      <p:ext uri="{BB962C8B-B14F-4D97-AF65-F5344CB8AC3E}">
        <p14:creationId xmlns:p14="http://schemas.microsoft.com/office/powerpoint/2010/main" val="2102180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Volgpagina 1">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p:nvPr>
        </p:nvSpPr>
        <p:spPr>
          <a:xfrm>
            <a:off x="576000" y="800401"/>
            <a:ext cx="11006400" cy="5252245"/>
          </a:xfrm>
        </p:spPr>
        <p:txBody>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5D14A70C-A52C-824A-B260-6BE6A5E343F5}"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3"/>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35D7FBB4-891B-45E4-181B-258A15FE1CFC}"/>
              </a:ext>
            </a:extLst>
          </p:cNvPr>
          <p:cNvSpPr>
            <a:spLocks noGrp="1"/>
          </p:cNvSpPr>
          <p:nvPr>
            <p:ph type="title"/>
          </p:nvPr>
        </p:nvSpPr>
        <p:spPr>
          <a:xfrm>
            <a:off x="576000" y="4501"/>
            <a:ext cx="11041200" cy="64800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7299225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Volgpagina 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67578B9-CDA0-C1D1-C1D0-F7729ECC0B6E}"/>
              </a:ext>
            </a:extLst>
          </p:cNvPr>
          <p:cNvPicPr>
            <a:picLocks noChangeAspect="1"/>
          </p:cNvPicPr>
          <p:nvPr userDrawn="1"/>
        </p:nvPicPr>
        <p:blipFill>
          <a:blip r:embed="rId2"/>
          <a:stretch>
            <a:fillRect/>
          </a:stretch>
        </p:blipFill>
        <p:spPr>
          <a:xfrm>
            <a:off x="-2512894" y="-453065"/>
            <a:ext cx="17028993" cy="6637665"/>
          </a:xfrm>
          <a:prstGeom prst="rect">
            <a:avLst/>
          </a:prstGeom>
        </p:spPr>
      </p:pic>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3"/>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245399" y="1280788"/>
            <a:ext cx="11605942" cy="4705159"/>
          </a:xfrm>
          <a:noFill/>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nl-NL" noProof="1"/>
              <a:t>Klik om de tekststijl van het model te bewerken</a:t>
            </a:r>
          </a:p>
          <a:p>
            <a:pPr lvl="1"/>
            <a:r>
              <a:rPr lang="nl-NL" noProof="1"/>
              <a:t>Tweede niveau</a:t>
            </a:r>
          </a:p>
          <a:p>
            <a:pPr lvl="2"/>
            <a:r>
              <a:rPr lang="nl-NL" noProof="1"/>
              <a:t>Derde niveau</a:t>
            </a:r>
          </a:p>
          <a:p>
            <a:pPr lvl="3"/>
            <a:r>
              <a:rPr lang="nl-NL" noProof="1"/>
              <a:t>Vierde niveau</a:t>
            </a:r>
          </a:p>
          <a:p>
            <a:pPr lvl="4"/>
            <a:r>
              <a:rPr lang="nl-NL" noProof="1"/>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3C16444D-5C15-F646-B1E6-793A79D1D158}"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4"/>
          <a:stretch>
            <a:fillRect/>
          </a:stretch>
        </p:blipFill>
        <p:spPr>
          <a:xfrm>
            <a:off x="10290602" y="6357900"/>
            <a:ext cx="1655999" cy="325389"/>
          </a:xfrm>
          <a:prstGeom prst="rect">
            <a:avLst/>
          </a:prstGeom>
        </p:spPr>
      </p:pic>
      <p:sp>
        <p:nvSpPr>
          <p:cNvPr id="26" name="Title 25">
            <a:extLst>
              <a:ext uri="{FF2B5EF4-FFF2-40B4-BE49-F238E27FC236}">
                <a16:creationId xmlns:a16="http://schemas.microsoft.com/office/drawing/2014/main" id="{9FFC2E19-DE2B-7111-CC63-9A847C39AA32}"/>
              </a:ext>
            </a:extLst>
          </p:cNvPr>
          <p:cNvSpPr>
            <a:spLocks noGrp="1"/>
          </p:cNvSpPr>
          <p:nvPr>
            <p:ph type="title"/>
          </p:nvPr>
        </p:nvSpPr>
        <p:spPr>
          <a:xfrm>
            <a:off x="576000" y="4500"/>
            <a:ext cx="11041200" cy="579455"/>
          </a:xfrm>
        </p:spPr>
        <p:txBody>
          <a:bodyPr/>
          <a:lstStyle>
            <a:lvl1pPr>
              <a:defRPr>
                <a:solidFill>
                  <a:schemeClr val="bg1"/>
                </a:solidFill>
              </a:defRPr>
            </a:lvl1p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1806929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3000" fill="hold"/>
                                        <p:tgtEl>
                                          <p:spTgt spid="2"/>
                                        </p:tgtEl>
                                        <p:attrNameLst>
                                          <p:attrName>ppt_w</p:attrName>
                                        </p:attrNameLst>
                                      </p:cBhvr>
                                      <p:tavLst>
                                        <p:tav tm="0">
                                          <p:val>
                                            <p:strVal val="#ppt_w*0.70"/>
                                          </p:val>
                                        </p:tav>
                                        <p:tav tm="100000">
                                          <p:val>
                                            <p:strVal val="#ppt_w"/>
                                          </p:val>
                                        </p:tav>
                                      </p:tavLst>
                                    </p:anim>
                                    <p:anim calcmode="lin" valueType="num">
                                      <p:cBhvr>
                                        <p:cTn id="8" dur="3000" fill="hold"/>
                                        <p:tgtEl>
                                          <p:spTgt spid="2"/>
                                        </p:tgtEl>
                                        <p:attrNameLst>
                                          <p:attrName>ppt_h</p:attrName>
                                        </p:attrNameLst>
                                      </p:cBhvr>
                                      <p:tavLst>
                                        <p:tav tm="0">
                                          <p:val>
                                            <p:strVal val="#ppt_h"/>
                                          </p:val>
                                        </p:tav>
                                        <p:tav tm="100000">
                                          <p:val>
                                            <p:strVal val="#ppt_h"/>
                                          </p:val>
                                        </p:tav>
                                      </p:tavLst>
                                    </p:anim>
                                    <p:animEffect transition="in" filter="fade">
                                      <p:cBhvr>
                                        <p:cTn id="9" dur="3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igure ">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F695FE45-7352-3C48-B42E-7EBF2B5C52E3}" type="datetime1">
              <a:rPr lang="en-US" smtClean="0"/>
              <a:t>10/11/25</a:t>
            </a:fld>
            <a:endParaRPr lang="nl-NL"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3"/>
          <a:stretch>
            <a:fillRect/>
          </a:stretch>
        </p:blipFill>
        <p:spPr>
          <a:xfrm>
            <a:off x="10290602" y="6357900"/>
            <a:ext cx="1655999" cy="325389"/>
          </a:xfrm>
          <a:prstGeom prst="rect">
            <a:avLst/>
          </a:prstGeom>
        </p:spPr>
      </p:pic>
      <p:sp>
        <p:nvSpPr>
          <p:cNvPr id="4" name="Title 3">
            <a:extLst>
              <a:ext uri="{FF2B5EF4-FFF2-40B4-BE49-F238E27FC236}">
                <a16:creationId xmlns:a16="http://schemas.microsoft.com/office/drawing/2014/main" id="{31FE2B30-5A69-75CF-7187-201E96BE81D8}"/>
              </a:ext>
            </a:extLst>
          </p:cNvPr>
          <p:cNvSpPr>
            <a:spLocks noGrp="1"/>
          </p:cNvSpPr>
          <p:nvPr>
            <p:ph type="title"/>
          </p:nvPr>
        </p:nvSpPr>
        <p:spPr>
          <a:xfrm>
            <a:off x="576000" y="4501"/>
            <a:ext cx="11041200" cy="64800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1151150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lgpagina 1 met bullets">
    <p:spTree>
      <p:nvGrpSpPr>
        <p:cNvPr id="1" name=""/>
        <p:cNvGrpSpPr/>
        <p:nvPr/>
      </p:nvGrpSpPr>
      <p:grpSpPr>
        <a:xfrm>
          <a:off x="0" y="0"/>
          <a:ext cx="0" cy="0"/>
          <a:chOff x="0" y="0"/>
          <a:chExt cx="0" cy="0"/>
        </a:xfrm>
      </p:grpSpPr>
      <p:pic>
        <p:nvPicPr>
          <p:cNvPr id="15" name="Afbeelding 14">
            <a:extLst>
              <a:ext uri="{FF2B5EF4-FFF2-40B4-BE49-F238E27FC236}">
                <a16:creationId xmlns:a16="http://schemas.microsoft.com/office/drawing/2014/main" id="{4EC68AA2-2D4D-9358-FDCD-0AB4A36B57B7}"/>
              </a:ext>
            </a:extLst>
          </p:cNvPr>
          <p:cNvPicPr>
            <a:picLocks noChangeAspect="1"/>
          </p:cNvPicPr>
          <p:nvPr userDrawn="1"/>
        </p:nvPicPr>
        <p:blipFill>
          <a:blip r:embed="rId2"/>
          <a:srcRect b="8895"/>
          <a:stretch/>
        </p:blipFill>
        <p:spPr>
          <a:xfrm>
            <a:off x="0" y="6210000"/>
            <a:ext cx="12193200" cy="648000"/>
          </a:xfrm>
          <a:prstGeom prst="rect">
            <a:avLst/>
          </a:prstGeom>
        </p:spPr>
      </p:pic>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576000" y="811831"/>
            <a:ext cx="11006400" cy="5240815"/>
          </a:xfrm>
        </p:spPr>
        <p:txBody>
          <a:bodyPr/>
          <a:lstStyle>
            <a:lvl1pPr marL="457200" indent="-457200">
              <a:buFontTx/>
              <a:buBlip>
                <a:blip r:embed="rId3"/>
              </a:buBlip>
              <a:defRPr/>
            </a:lvl1p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D0C2AFFC-B915-5A49-88DD-95E4F5C3B4C4}" type="datetime1">
              <a:rPr lang="en-US" noProof="0" smtClean="0"/>
              <a:t>10/11/25</a:t>
            </a:fld>
            <a:endParaRPr lang="nl-NL" noProof="0"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noProof="0"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noProof="0" smtClean="0"/>
              <a:t>‹#›</a:t>
            </a:fld>
            <a:endParaRPr lang="nl-NL" noProof="0"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4"/>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F12466D5-8DB6-11EB-91A8-C5A2326F6E8B}"/>
              </a:ext>
            </a:extLst>
          </p:cNvPr>
          <p:cNvSpPr>
            <a:spLocks noGrp="1"/>
          </p:cNvSpPr>
          <p:nvPr>
            <p:ph type="title"/>
          </p:nvPr>
        </p:nvSpPr>
        <p:spPr>
          <a:xfrm>
            <a:off x="576000" y="15930"/>
            <a:ext cx="11041200" cy="648001"/>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0450386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lgpagina 2">
    <p:spTree>
      <p:nvGrpSpPr>
        <p:cNvPr id="1" name=""/>
        <p:cNvGrpSpPr/>
        <p:nvPr/>
      </p:nvGrpSpPr>
      <p:grpSpPr>
        <a:xfrm>
          <a:off x="0" y="0"/>
          <a:ext cx="0" cy="0"/>
          <a:chOff x="0" y="0"/>
          <a:chExt cx="0" cy="0"/>
        </a:xfrm>
      </p:grpSpPr>
      <p:sp>
        <p:nvSpPr>
          <p:cNvPr id="8" name="Tijdelijke aanduiding voor inhoud 2">
            <a:extLst>
              <a:ext uri="{FF2B5EF4-FFF2-40B4-BE49-F238E27FC236}">
                <a16:creationId xmlns:a16="http://schemas.microsoft.com/office/drawing/2014/main" id="{C01A8B63-1F44-5094-9E16-440828CEB08D}"/>
              </a:ext>
            </a:extLst>
          </p:cNvPr>
          <p:cNvSpPr>
            <a:spLocks noGrp="1"/>
          </p:cNvSpPr>
          <p:nvPr>
            <p:ph idx="1" hasCustomPrompt="1"/>
          </p:nvPr>
        </p:nvSpPr>
        <p:spPr>
          <a:xfrm>
            <a:off x="576000" y="868680"/>
            <a:ext cx="11006400" cy="5183966"/>
          </a:xfrm>
        </p:spPr>
        <p:txBody>
          <a:body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11" name="Tijdelijke aanduiding voor datum 1">
            <a:extLst>
              <a:ext uri="{FF2B5EF4-FFF2-40B4-BE49-F238E27FC236}">
                <a16:creationId xmlns:a16="http://schemas.microsoft.com/office/drawing/2014/main" id="{0800F0F6-2580-A7F4-6C3B-FCBE3B457C88}"/>
              </a:ext>
            </a:extLst>
          </p:cNvPr>
          <p:cNvSpPr>
            <a:spLocks noGrp="1"/>
          </p:cNvSpPr>
          <p:nvPr>
            <p:ph type="dt" sz="half" idx="10"/>
          </p:nvPr>
        </p:nvSpPr>
        <p:spPr>
          <a:xfrm>
            <a:off x="1440000" y="6210000"/>
            <a:ext cx="720000" cy="648000"/>
          </a:xfrm>
        </p:spPr>
        <p:txBody>
          <a:bodyPr/>
          <a:lstStyle/>
          <a:p>
            <a:fld id="{44AA9AC6-E216-3B47-8184-7802A2BF140A}" type="datetime1">
              <a:rPr lang="en-US" noProof="0" smtClean="0"/>
              <a:t>10/11/25</a:t>
            </a:fld>
            <a:endParaRPr lang="nl-NL" noProof="0" dirty="0"/>
          </a:p>
        </p:txBody>
      </p:sp>
      <p:sp>
        <p:nvSpPr>
          <p:cNvPr id="12" name="Tijdelijke aanduiding voor voettekst 2">
            <a:extLst>
              <a:ext uri="{FF2B5EF4-FFF2-40B4-BE49-F238E27FC236}">
                <a16:creationId xmlns:a16="http://schemas.microsoft.com/office/drawing/2014/main" id="{2B0CAF9A-06B9-89E3-D639-32642193425A}"/>
              </a:ext>
            </a:extLst>
          </p:cNvPr>
          <p:cNvSpPr>
            <a:spLocks noGrp="1"/>
          </p:cNvSpPr>
          <p:nvPr>
            <p:ph type="ftr" sz="quarter" idx="11"/>
          </p:nvPr>
        </p:nvSpPr>
        <p:spPr>
          <a:xfrm>
            <a:off x="5052003" y="6210000"/>
            <a:ext cx="4993200" cy="648000"/>
          </a:xfrm>
        </p:spPr>
        <p:txBody>
          <a:bodyPr/>
          <a:lstStyle/>
          <a:p>
            <a:endParaRPr lang="nl-NL" noProof="0" dirty="0"/>
          </a:p>
        </p:txBody>
      </p:sp>
      <p:sp>
        <p:nvSpPr>
          <p:cNvPr id="13" name="Tijdelijke aanduiding voor dianummer 3">
            <a:extLst>
              <a:ext uri="{FF2B5EF4-FFF2-40B4-BE49-F238E27FC236}">
                <a16:creationId xmlns:a16="http://schemas.microsoft.com/office/drawing/2014/main" id="{C47622DA-7D0D-EF6F-EDC9-CE38B7D818A4}"/>
              </a:ext>
            </a:extLst>
          </p:cNvPr>
          <p:cNvSpPr>
            <a:spLocks noGrp="1"/>
          </p:cNvSpPr>
          <p:nvPr>
            <p:ph type="sldNum" sz="quarter" idx="12"/>
          </p:nvPr>
        </p:nvSpPr>
        <p:spPr>
          <a:xfrm>
            <a:off x="576000" y="6210000"/>
            <a:ext cx="648000" cy="648000"/>
          </a:xfrm>
        </p:spPr>
        <p:txBody>
          <a:bodyPr/>
          <a:lstStyle/>
          <a:p>
            <a:fld id="{0A297500-7527-634B-90F4-69D0994C32B4}" type="slidenum">
              <a:rPr lang="nl-NL" noProof="0" smtClean="0"/>
              <a:t>‹#›</a:t>
            </a:fld>
            <a:endParaRPr lang="nl-NL" noProof="0" dirty="0"/>
          </a:p>
        </p:txBody>
      </p:sp>
      <p:pic>
        <p:nvPicPr>
          <p:cNvPr id="16" name="Afbeelding 15" descr="Afbeelding met Lettertype, Graphics, logo, schermopname&#10;&#10;Automatisch gegenereerde beschrijving">
            <a:extLst>
              <a:ext uri="{FF2B5EF4-FFF2-40B4-BE49-F238E27FC236}">
                <a16:creationId xmlns:a16="http://schemas.microsoft.com/office/drawing/2014/main" id="{825D72AF-77F4-F0F0-241A-76BB519EF5D5}"/>
              </a:ext>
            </a:extLst>
          </p:cNvPr>
          <p:cNvPicPr>
            <a:picLocks noChangeAspect="1"/>
          </p:cNvPicPr>
          <p:nvPr userDrawn="1"/>
        </p:nvPicPr>
        <p:blipFill>
          <a:blip r:embed="rId2"/>
          <a:stretch>
            <a:fillRect/>
          </a:stretch>
        </p:blipFill>
        <p:spPr>
          <a:xfrm>
            <a:off x="10290602" y="6357900"/>
            <a:ext cx="1655999" cy="325389"/>
          </a:xfrm>
          <a:prstGeom prst="rect">
            <a:avLst/>
          </a:prstGeom>
        </p:spPr>
      </p:pic>
      <p:sp>
        <p:nvSpPr>
          <p:cNvPr id="3" name="Title 2">
            <a:extLst>
              <a:ext uri="{FF2B5EF4-FFF2-40B4-BE49-F238E27FC236}">
                <a16:creationId xmlns:a16="http://schemas.microsoft.com/office/drawing/2014/main" id="{CC13023F-87C5-4547-FEB6-4B0A34BF8E6D}"/>
              </a:ext>
            </a:extLst>
          </p:cNvPr>
          <p:cNvSpPr>
            <a:spLocks noGrp="1"/>
          </p:cNvSpPr>
          <p:nvPr>
            <p:ph type="title"/>
          </p:nvPr>
        </p:nvSpPr>
        <p:spPr>
          <a:xfrm>
            <a:off x="576000" y="15931"/>
            <a:ext cx="11041200" cy="650366"/>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2998040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olgpagina 3">
    <p:spTree>
      <p:nvGrpSpPr>
        <p:cNvPr id="1" name=""/>
        <p:cNvGrpSpPr/>
        <p:nvPr/>
      </p:nvGrpSpPr>
      <p:grpSpPr>
        <a:xfrm>
          <a:off x="0" y="0"/>
          <a:ext cx="0" cy="0"/>
          <a:chOff x="0" y="0"/>
          <a:chExt cx="0" cy="0"/>
        </a:xfrm>
      </p:grpSpPr>
      <p:pic>
        <p:nvPicPr>
          <p:cNvPr id="10" name="Afbeelding 9" descr="Afbeelding met Graphics, cirkel, ontwerp&#10;&#10;Automatisch gegenereerde beschrijving">
            <a:extLst>
              <a:ext uri="{FF2B5EF4-FFF2-40B4-BE49-F238E27FC236}">
                <a16:creationId xmlns:a16="http://schemas.microsoft.com/office/drawing/2014/main" id="{1EC811A3-D471-16F1-F5F7-188800F32FEF}"/>
              </a:ext>
            </a:extLst>
          </p:cNvPr>
          <p:cNvPicPr>
            <a:picLocks noChangeAspect="1"/>
          </p:cNvPicPr>
          <p:nvPr userDrawn="1"/>
        </p:nvPicPr>
        <p:blipFill>
          <a:blip r:embed="rId2">
            <a:alphaModFix amt="10000"/>
          </a:blip>
          <a:stretch>
            <a:fillRect/>
          </a:stretch>
        </p:blipFill>
        <p:spPr>
          <a:xfrm rot="16200000">
            <a:off x="-1124411" y="1629838"/>
            <a:ext cx="5011676" cy="2237771"/>
          </a:xfrm>
          <a:prstGeom prst="rect">
            <a:avLst/>
          </a:prstGeom>
        </p:spPr>
      </p:pic>
      <p:sp>
        <p:nvSpPr>
          <p:cNvPr id="4" name="Tijdelijke aanduiding voor datum 3"/>
          <p:cNvSpPr>
            <a:spLocks noGrp="1"/>
          </p:cNvSpPr>
          <p:nvPr>
            <p:ph type="dt" sz="half" idx="10"/>
          </p:nvPr>
        </p:nvSpPr>
        <p:spPr/>
        <p:txBody>
          <a:bodyPr/>
          <a:lstStyle/>
          <a:p>
            <a:fld id="{12525A4A-45EF-044A-97ED-F5EE535170D0}" type="datetime1">
              <a:rPr lang="en-US" smtClean="0"/>
              <a:t>10/11/25</a:t>
            </a:fld>
            <a:endParaRPr lang="nl-NL" dirty="0"/>
          </a:p>
        </p:txBody>
      </p:sp>
      <p:sp>
        <p:nvSpPr>
          <p:cNvPr id="5" name="Tijdelijke aanduiding voor voettekst 4"/>
          <p:cNvSpPr>
            <a:spLocks noGrp="1"/>
          </p:cNvSpPr>
          <p:nvPr>
            <p:ph type="ftr" sz="quarter" idx="11"/>
          </p:nvPr>
        </p:nvSpPr>
        <p:spPr/>
        <p:txBody>
          <a:bodyPr/>
          <a:lstStyle/>
          <a:p>
            <a:endParaRPr lang="nl-NL" dirty="0"/>
          </a:p>
        </p:txBody>
      </p:sp>
      <p:sp>
        <p:nvSpPr>
          <p:cNvPr id="6" name="Tijdelijke aanduiding voor dianummer 5"/>
          <p:cNvSpPr>
            <a:spLocks noGrp="1"/>
          </p:cNvSpPr>
          <p:nvPr>
            <p:ph type="sldNum" sz="quarter" idx="12"/>
          </p:nvPr>
        </p:nvSpPr>
        <p:spPr/>
        <p:txBody>
          <a:bodyPr/>
          <a:lstStyle/>
          <a:p>
            <a:fld id="{0A297500-7527-634B-90F4-69D0994C32B4}" type="slidenum">
              <a:rPr lang="nl-NL" smtClean="0"/>
              <a:t>‹#›</a:t>
            </a:fld>
            <a:endParaRPr lang="nl-NL" dirty="0"/>
          </a:p>
        </p:txBody>
      </p:sp>
      <p:sp>
        <p:nvSpPr>
          <p:cNvPr id="8" name="Tijdelijke aanduiding voor inhoud 2">
            <a:extLst>
              <a:ext uri="{FF2B5EF4-FFF2-40B4-BE49-F238E27FC236}">
                <a16:creationId xmlns:a16="http://schemas.microsoft.com/office/drawing/2014/main" id="{6BA570E8-5D95-B3F1-8C6F-957AE9CDC0B9}"/>
              </a:ext>
            </a:extLst>
          </p:cNvPr>
          <p:cNvSpPr>
            <a:spLocks noGrp="1"/>
          </p:cNvSpPr>
          <p:nvPr>
            <p:ph idx="13"/>
          </p:nvPr>
        </p:nvSpPr>
        <p:spPr>
          <a:xfrm>
            <a:off x="576000" y="708660"/>
            <a:ext cx="11006402" cy="5343986"/>
          </a:xfrm>
        </p:spPr>
        <p:txBody>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2" name="Title 1">
            <a:extLst>
              <a:ext uri="{FF2B5EF4-FFF2-40B4-BE49-F238E27FC236}">
                <a16:creationId xmlns:a16="http://schemas.microsoft.com/office/drawing/2014/main" id="{F0CEA65D-4427-8EF5-9C3E-9652403088E1}"/>
              </a:ext>
            </a:extLst>
          </p:cNvPr>
          <p:cNvSpPr>
            <a:spLocks noGrp="1"/>
          </p:cNvSpPr>
          <p:nvPr>
            <p:ph type="title"/>
          </p:nvPr>
        </p:nvSpPr>
        <p:spPr>
          <a:xfrm>
            <a:off x="576000" y="15931"/>
            <a:ext cx="11041200" cy="578430"/>
          </a:xfrm>
        </p:spPr>
        <p:txBody>
          <a:bodyPr/>
          <a:lstStyle/>
          <a:p>
            <a:r>
              <a:rPr lang="en-US" dirty="0"/>
              <a:t>Click to edit Master title style</a:t>
            </a:r>
            <a:endParaRPr lang="en-GB" dirty="0"/>
          </a:p>
        </p:txBody>
      </p:sp>
    </p:spTree>
    <p:extLst>
      <p:ext uri="{BB962C8B-B14F-4D97-AF65-F5344CB8AC3E}">
        <p14:creationId xmlns:p14="http://schemas.microsoft.com/office/powerpoint/2010/main" val="42399574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lgpagina 4">
    <p:spTree>
      <p:nvGrpSpPr>
        <p:cNvPr id="1" name=""/>
        <p:cNvGrpSpPr/>
        <p:nvPr/>
      </p:nvGrpSpPr>
      <p:grpSpPr>
        <a:xfrm>
          <a:off x="0" y="0"/>
          <a:ext cx="0" cy="0"/>
          <a:chOff x="0" y="0"/>
          <a:chExt cx="0" cy="0"/>
        </a:xfrm>
      </p:grpSpPr>
      <p:sp>
        <p:nvSpPr>
          <p:cNvPr id="4" name="Tijdelijke aanduiding voor datum 3"/>
          <p:cNvSpPr>
            <a:spLocks noGrp="1"/>
          </p:cNvSpPr>
          <p:nvPr>
            <p:ph type="dt" sz="half" idx="10"/>
          </p:nvPr>
        </p:nvSpPr>
        <p:spPr/>
        <p:txBody>
          <a:bodyPr/>
          <a:lstStyle/>
          <a:p>
            <a:fld id="{B8F6EBD7-4509-1747-80A1-30E823EDAC2D}" type="datetime1">
              <a:rPr lang="en-US" noProof="0" smtClean="0"/>
              <a:t>10/11/25</a:t>
            </a:fld>
            <a:endParaRPr lang="nl-NL" noProof="0" dirty="0"/>
          </a:p>
        </p:txBody>
      </p:sp>
      <p:sp>
        <p:nvSpPr>
          <p:cNvPr id="5" name="Tijdelijke aanduiding voor voettekst 4"/>
          <p:cNvSpPr>
            <a:spLocks noGrp="1"/>
          </p:cNvSpPr>
          <p:nvPr>
            <p:ph type="ftr" sz="quarter" idx="11"/>
          </p:nvPr>
        </p:nvSpPr>
        <p:spPr/>
        <p:txBody>
          <a:bodyPr/>
          <a:lstStyle/>
          <a:p>
            <a:endParaRPr lang="nl-NL" noProof="0" dirty="0"/>
          </a:p>
        </p:txBody>
      </p:sp>
      <p:sp>
        <p:nvSpPr>
          <p:cNvPr id="6" name="Tijdelijke aanduiding voor dianummer 5"/>
          <p:cNvSpPr>
            <a:spLocks noGrp="1"/>
          </p:cNvSpPr>
          <p:nvPr>
            <p:ph type="sldNum" sz="quarter" idx="12"/>
          </p:nvPr>
        </p:nvSpPr>
        <p:spPr/>
        <p:txBody>
          <a:bodyPr/>
          <a:lstStyle/>
          <a:p>
            <a:fld id="{0A297500-7527-634B-90F4-69D0994C32B4}" type="slidenum">
              <a:rPr lang="nl-NL" noProof="0" smtClean="0"/>
              <a:t>‹#›</a:t>
            </a:fld>
            <a:endParaRPr lang="nl-NL" noProof="0" dirty="0"/>
          </a:p>
        </p:txBody>
      </p:sp>
      <p:sp>
        <p:nvSpPr>
          <p:cNvPr id="8" name="Tijdelijke aanduiding voor inhoud 2">
            <a:extLst>
              <a:ext uri="{FF2B5EF4-FFF2-40B4-BE49-F238E27FC236}">
                <a16:creationId xmlns:a16="http://schemas.microsoft.com/office/drawing/2014/main" id="{ED9010BD-3FA3-6D64-D974-8B02411BFB23}"/>
              </a:ext>
            </a:extLst>
          </p:cNvPr>
          <p:cNvSpPr>
            <a:spLocks noGrp="1"/>
          </p:cNvSpPr>
          <p:nvPr>
            <p:ph idx="13" hasCustomPrompt="1"/>
          </p:nvPr>
        </p:nvSpPr>
        <p:spPr>
          <a:xfrm>
            <a:off x="576000" y="765810"/>
            <a:ext cx="11006402" cy="5286836"/>
          </a:xfrm>
        </p:spPr>
        <p:txBody>
          <a:bodyPr/>
          <a:lstStyle/>
          <a:p>
            <a:pPr lvl="0"/>
            <a:r>
              <a:rPr lang="nl-NL" noProof="0" dirty="0"/>
              <a:t>Klik om de tekststijl van het model te bewerken</a:t>
            </a:r>
          </a:p>
          <a:p>
            <a:pPr lvl="1"/>
            <a:r>
              <a:rPr lang="nl-NL" noProof="0" dirty="0"/>
              <a:t>Tweede niveau</a:t>
            </a:r>
          </a:p>
          <a:p>
            <a:pPr lvl="2"/>
            <a:r>
              <a:rPr lang="nl-NL" noProof="0" dirty="0"/>
              <a:t>Derde niveau</a:t>
            </a:r>
          </a:p>
          <a:p>
            <a:pPr lvl="3"/>
            <a:r>
              <a:rPr lang="nl-NL" noProof="0" dirty="0"/>
              <a:t>Vierde niveau</a:t>
            </a:r>
          </a:p>
          <a:p>
            <a:pPr lvl="4"/>
            <a:r>
              <a:rPr lang="nl-NL" noProof="0" dirty="0"/>
              <a:t>Vijfde niveau</a:t>
            </a:r>
          </a:p>
        </p:txBody>
      </p:sp>
      <p:sp>
        <p:nvSpPr>
          <p:cNvPr id="2" name="Title 1">
            <a:extLst>
              <a:ext uri="{FF2B5EF4-FFF2-40B4-BE49-F238E27FC236}">
                <a16:creationId xmlns:a16="http://schemas.microsoft.com/office/drawing/2014/main" id="{4A3A12AB-811C-F19D-0A73-86DCF776D574}"/>
              </a:ext>
            </a:extLst>
          </p:cNvPr>
          <p:cNvSpPr>
            <a:spLocks noGrp="1"/>
          </p:cNvSpPr>
          <p:nvPr>
            <p:ph type="title"/>
          </p:nvPr>
        </p:nvSpPr>
        <p:spPr>
          <a:xfrm>
            <a:off x="576000" y="0"/>
            <a:ext cx="11041200" cy="647010"/>
          </a:xfrm>
        </p:spPr>
        <p:txBody>
          <a:bodyPr/>
          <a:lstStyle/>
          <a:p>
            <a:r>
              <a:rPr lang="nl-NL" noProof="0" dirty="0"/>
              <a:t>Click </a:t>
            </a:r>
            <a:r>
              <a:rPr lang="nl-NL" noProof="0" dirty="0" err="1"/>
              <a:t>to</a:t>
            </a:r>
            <a:r>
              <a:rPr lang="nl-NL" noProof="0" dirty="0"/>
              <a:t> </a:t>
            </a:r>
            <a:r>
              <a:rPr lang="nl-NL" noProof="0" dirty="0" err="1"/>
              <a:t>edit</a:t>
            </a:r>
            <a:r>
              <a:rPr lang="nl-NL" noProof="0" dirty="0"/>
              <a:t> Master </a:t>
            </a:r>
            <a:r>
              <a:rPr lang="nl-NL" noProof="0" dirty="0" err="1"/>
              <a:t>title</a:t>
            </a:r>
            <a:r>
              <a:rPr lang="nl-NL" noProof="0" dirty="0"/>
              <a:t> </a:t>
            </a:r>
            <a:r>
              <a:rPr lang="nl-NL" noProof="0" dirty="0" err="1"/>
              <a:t>style</a:t>
            </a:r>
            <a:endParaRPr lang="nl-NL" noProof="0" dirty="0"/>
          </a:p>
        </p:txBody>
      </p:sp>
    </p:spTree>
    <p:extLst>
      <p:ext uri="{BB962C8B-B14F-4D97-AF65-F5344CB8AC3E}">
        <p14:creationId xmlns:p14="http://schemas.microsoft.com/office/powerpoint/2010/main" val="9611229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ekop">
    <p:bg>
      <p:bgPr>
        <a:solidFill>
          <a:srgbClr val="CCD9E5"/>
        </a:solidFill>
        <a:effectLst/>
      </p:bgPr>
    </p:bg>
    <p:spTree>
      <p:nvGrpSpPr>
        <p:cNvPr id="1" name=""/>
        <p:cNvGrpSpPr/>
        <p:nvPr/>
      </p:nvGrpSpPr>
      <p:grpSpPr>
        <a:xfrm>
          <a:off x="0" y="0"/>
          <a:ext cx="0" cy="0"/>
          <a:chOff x="0" y="0"/>
          <a:chExt cx="0" cy="0"/>
        </a:xfrm>
      </p:grpSpPr>
      <p:sp>
        <p:nvSpPr>
          <p:cNvPr id="3" name="Tijdelijke aanduiding voor afbeelding 2">
            <a:extLst>
              <a:ext uri="{FF2B5EF4-FFF2-40B4-BE49-F238E27FC236}">
                <a16:creationId xmlns:a16="http://schemas.microsoft.com/office/drawing/2014/main" id="{13391891-52D5-B43E-96A4-81AFBB31486B}"/>
              </a:ext>
            </a:extLst>
          </p:cNvPr>
          <p:cNvSpPr>
            <a:spLocks noGrp="1"/>
          </p:cNvSpPr>
          <p:nvPr>
            <p:ph type="pic" sz="quarter" idx="13"/>
          </p:nvPr>
        </p:nvSpPr>
        <p:spPr>
          <a:xfrm>
            <a:off x="5124726" y="583200"/>
            <a:ext cx="6496074" cy="3531638"/>
          </a:xfrm>
        </p:spPr>
        <p:txBody>
          <a:bodyPr/>
          <a:lstStyle/>
          <a:p>
            <a:endParaRPr lang="nl-BE"/>
          </a:p>
        </p:txBody>
      </p:sp>
      <p:pic>
        <p:nvPicPr>
          <p:cNvPr id="10" name="Afbeelding 9" descr="Afbeelding met Graphics, typografie, ontwerp&#10;&#10;Automatisch gegenereerde beschrijving">
            <a:extLst>
              <a:ext uri="{FF2B5EF4-FFF2-40B4-BE49-F238E27FC236}">
                <a16:creationId xmlns:a16="http://schemas.microsoft.com/office/drawing/2014/main" id="{989F9A73-96CE-FEED-DC36-96369D24ED67}"/>
              </a:ext>
            </a:extLst>
          </p:cNvPr>
          <p:cNvPicPr>
            <a:picLocks noChangeAspect="1"/>
          </p:cNvPicPr>
          <p:nvPr userDrawn="1"/>
        </p:nvPicPr>
        <p:blipFill>
          <a:blip r:embed="rId2"/>
          <a:stretch>
            <a:fillRect/>
          </a:stretch>
        </p:blipFill>
        <p:spPr>
          <a:xfrm rot="16200000">
            <a:off x="-1124086" y="1600200"/>
            <a:ext cx="5014876" cy="2239200"/>
          </a:xfrm>
          <a:prstGeom prst="rect">
            <a:avLst/>
          </a:prstGeom>
        </p:spPr>
      </p:pic>
      <p:sp>
        <p:nvSpPr>
          <p:cNvPr id="17" name="Tijdelijke aanduiding voor datum 3">
            <a:extLst>
              <a:ext uri="{FF2B5EF4-FFF2-40B4-BE49-F238E27FC236}">
                <a16:creationId xmlns:a16="http://schemas.microsoft.com/office/drawing/2014/main" id="{98E7770F-9DD8-88A0-F8BC-6063FE0C1EB3}"/>
              </a:ext>
            </a:extLst>
          </p:cNvPr>
          <p:cNvSpPr>
            <a:spLocks noGrp="1"/>
          </p:cNvSpPr>
          <p:nvPr>
            <p:ph type="dt" sz="half" idx="10"/>
          </p:nvPr>
        </p:nvSpPr>
        <p:spPr>
          <a:xfrm>
            <a:off x="1440000" y="6210000"/>
            <a:ext cx="720000" cy="648000"/>
          </a:xfrm>
        </p:spPr>
        <p:txBody>
          <a:bodyPr/>
          <a:lstStyle/>
          <a:p>
            <a:fld id="{F36083C4-0128-1848-9178-37CE772A2A92}" type="datetime1">
              <a:rPr lang="en-US" smtClean="0"/>
              <a:t>10/11/25</a:t>
            </a:fld>
            <a:endParaRPr lang="nl-NL" dirty="0"/>
          </a:p>
        </p:txBody>
      </p:sp>
      <p:sp>
        <p:nvSpPr>
          <p:cNvPr id="18" name="Tijdelijke aanduiding voor voettekst 4">
            <a:extLst>
              <a:ext uri="{FF2B5EF4-FFF2-40B4-BE49-F238E27FC236}">
                <a16:creationId xmlns:a16="http://schemas.microsoft.com/office/drawing/2014/main" id="{CB32BB89-83FA-D527-382C-95DAFF653D2A}"/>
              </a:ext>
            </a:extLst>
          </p:cNvPr>
          <p:cNvSpPr>
            <a:spLocks noGrp="1"/>
          </p:cNvSpPr>
          <p:nvPr>
            <p:ph type="ftr" sz="quarter" idx="11"/>
          </p:nvPr>
        </p:nvSpPr>
        <p:spPr>
          <a:xfrm>
            <a:off x="5052003" y="6210000"/>
            <a:ext cx="4993200" cy="648000"/>
          </a:xfrm>
        </p:spPr>
        <p:txBody>
          <a:bodyPr/>
          <a:lstStyle/>
          <a:p>
            <a:endParaRPr lang="nl-NL" dirty="0"/>
          </a:p>
        </p:txBody>
      </p:sp>
      <p:sp>
        <p:nvSpPr>
          <p:cNvPr id="19" name="Tijdelijke aanduiding voor dianummer 5">
            <a:extLst>
              <a:ext uri="{FF2B5EF4-FFF2-40B4-BE49-F238E27FC236}">
                <a16:creationId xmlns:a16="http://schemas.microsoft.com/office/drawing/2014/main" id="{07D528CB-9038-C329-9851-EDF0F253A3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sp>
        <p:nvSpPr>
          <p:cNvPr id="4" name="Tijdelijke aanduiding voor tekst 6">
            <a:extLst>
              <a:ext uri="{FF2B5EF4-FFF2-40B4-BE49-F238E27FC236}">
                <a16:creationId xmlns:a16="http://schemas.microsoft.com/office/drawing/2014/main" id="{2E78632D-E6A2-312C-C612-BDDFA57CA267}"/>
              </a:ext>
            </a:extLst>
          </p:cNvPr>
          <p:cNvSpPr>
            <a:spLocks noGrp="1"/>
          </p:cNvSpPr>
          <p:nvPr>
            <p:ph type="body" sz="quarter" idx="14" hasCustomPrompt="1"/>
          </p:nvPr>
        </p:nvSpPr>
        <p:spPr>
          <a:xfrm>
            <a:off x="592931" y="4606219"/>
            <a:ext cx="11006137" cy="1112400"/>
          </a:xfrm>
        </p:spPr>
        <p:txBody>
          <a:bodyPr anchor="b" anchorCtr="0">
            <a:normAutofit/>
          </a:bodyPr>
          <a:lstStyle>
            <a:lvl1pPr>
              <a:defRPr sz="4500" b="1">
                <a:solidFill>
                  <a:srgbClr val="00407A"/>
                </a:solidFill>
              </a:defRPr>
            </a:lvl1pPr>
          </a:lstStyle>
          <a:p>
            <a:pPr lvl="0"/>
            <a:r>
              <a:rPr lang="nl-NL" dirty="0"/>
              <a:t>Klikken om een titel toe te voegen</a:t>
            </a:r>
            <a:endParaRPr lang="nl-BE"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SectiekopSlo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556060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Sectiekop">
    <p:bg>
      <p:bgPr>
        <a:solidFill>
          <a:srgbClr val="CCD9E5"/>
        </a:solidFill>
        <a:effectLst/>
      </p:bgPr>
    </p:bg>
    <p:spTree>
      <p:nvGrpSpPr>
        <p:cNvPr id="1" name=""/>
        <p:cNvGrpSpPr/>
        <p:nvPr/>
      </p:nvGrpSpPr>
      <p:grpSpPr>
        <a:xfrm>
          <a:off x="0" y="0"/>
          <a:ext cx="0" cy="0"/>
          <a:chOff x="0" y="0"/>
          <a:chExt cx="0" cy="0"/>
        </a:xfrm>
      </p:grpSpPr>
      <p:pic>
        <p:nvPicPr>
          <p:cNvPr id="10" name="Afbeelding 9" descr="Afbeelding met Graphics, typografie, ontwerp&#10;&#10;Automatisch gegenereerde beschrijving">
            <a:extLst>
              <a:ext uri="{FF2B5EF4-FFF2-40B4-BE49-F238E27FC236}">
                <a16:creationId xmlns:a16="http://schemas.microsoft.com/office/drawing/2014/main" id="{989F9A73-96CE-FEED-DC36-96369D24ED67}"/>
              </a:ext>
            </a:extLst>
          </p:cNvPr>
          <p:cNvPicPr>
            <a:picLocks noChangeAspect="1"/>
          </p:cNvPicPr>
          <p:nvPr userDrawn="1"/>
        </p:nvPicPr>
        <p:blipFill>
          <a:blip r:embed="rId2"/>
          <a:stretch>
            <a:fillRect/>
          </a:stretch>
        </p:blipFill>
        <p:spPr>
          <a:xfrm rot="16200000">
            <a:off x="-1124086" y="1600200"/>
            <a:ext cx="5014876" cy="2239200"/>
          </a:xfrm>
          <a:prstGeom prst="rect">
            <a:avLst/>
          </a:prstGeom>
        </p:spPr>
      </p:pic>
      <p:sp>
        <p:nvSpPr>
          <p:cNvPr id="17" name="Tijdelijke aanduiding voor datum 3">
            <a:extLst>
              <a:ext uri="{FF2B5EF4-FFF2-40B4-BE49-F238E27FC236}">
                <a16:creationId xmlns:a16="http://schemas.microsoft.com/office/drawing/2014/main" id="{98E7770F-9DD8-88A0-F8BC-6063FE0C1EB3}"/>
              </a:ext>
            </a:extLst>
          </p:cNvPr>
          <p:cNvSpPr>
            <a:spLocks noGrp="1"/>
          </p:cNvSpPr>
          <p:nvPr>
            <p:ph type="dt" sz="half" idx="10"/>
          </p:nvPr>
        </p:nvSpPr>
        <p:spPr>
          <a:xfrm>
            <a:off x="1440000" y="6210000"/>
            <a:ext cx="720000" cy="648000"/>
          </a:xfrm>
        </p:spPr>
        <p:txBody>
          <a:bodyPr/>
          <a:lstStyle/>
          <a:p>
            <a:fld id="{63B68DE8-16AF-6C4B-B363-5E49424B6285}" type="datetime1">
              <a:rPr lang="en-US" smtClean="0"/>
              <a:t>10/11/25</a:t>
            </a:fld>
            <a:endParaRPr lang="nl-NL" dirty="0"/>
          </a:p>
        </p:txBody>
      </p:sp>
      <p:sp>
        <p:nvSpPr>
          <p:cNvPr id="18" name="Tijdelijke aanduiding voor voettekst 4">
            <a:extLst>
              <a:ext uri="{FF2B5EF4-FFF2-40B4-BE49-F238E27FC236}">
                <a16:creationId xmlns:a16="http://schemas.microsoft.com/office/drawing/2014/main" id="{CB32BB89-83FA-D527-382C-95DAFF653D2A}"/>
              </a:ext>
            </a:extLst>
          </p:cNvPr>
          <p:cNvSpPr>
            <a:spLocks noGrp="1"/>
          </p:cNvSpPr>
          <p:nvPr>
            <p:ph type="ftr" sz="quarter" idx="11"/>
          </p:nvPr>
        </p:nvSpPr>
        <p:spPr>
          <a:xfrm>
            <a:off x="5052003" y="6210000"/>
            <a:ext cx="4993200" cy="648000"/>
          </a:xfrm>
        </p:spPr>
        <p:txBody>
          <a:bodyPr/>
          <a:lstStyle/>
          <a:p>
            <a:endParaRPr lang="nl-NL" dirty="0"/>
          </a:p>
        </p:txBody>
      </p:sp>
      <p:sp>
        <p:nvSpPr>
          <p:cNvPr id="19" name="Tijdelijke aanduiding voor dianummer 5">
            <a:extLst>
              <a:ext uri="{FF2B5EF4-FFF2-40B4-BE49-F238E27FC236}">
                <a16:creationId xmlns:a16="http://schemas.microsoft.com/office/drawing/2014/main" id="{07D528CB-9038-C329-9851-EDF0F253A3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pic>
        <p:nvPicPr>
          <p:cNvPr id="2" name="Picture 1">
            <a:extLst>
              <a:ext uri="{FF2B5EF4-FFF2-40B4-BE49-F238E27FC236}">
                <a16:creationId xmlns:a16="http://schemas.microsoft.com/office/drawing/2014/main" id="{E17DC55D-D1B1-1B37-0FA6-BC0A9F8D3D9E}"/>
              </a:ext>
            </a:extLst>
          </p:cNvPr>
          <p:cNvPicPr>
            <a:picLocks noChangeAspect="1"/>
          </p:cNvPicPr>
          <p:nvPr userDrawn="1"/>
        </p:nvPicPr>
        <p:blipFill>
          <a:blip r:embed="rId3"/>
          <a:stretch>
            <a:fillRect/>
          </a:stretch>
        </p:blipFill>
        <p:spPr>
          <a:xfrm>
            <a:off x="9878730" y="212361"/>
            <a:ext cx="1995256" cy="2992884"/>
          </a:xfrm>
          <a:prstGeom prst="rect">
            <a:avLst/>
          </a:prstGeom>
        </p:spPr>
      </p:pic>
      <p:sp>
        <p:nvSpPr>
          <p:cNvPr id="5" name="TextBox 4">
            <a:extLst>
              <a:ext uri="{FF2B5EF4-FFF2-40B4-BE49-F238E27FC236}">
                <a16:creationId xmlns:a16="http://schemas.microsoft.com/office/drawing/2014/main" id="{6DEA3E9C-F85F-E456-8F44-A07EFD93DE10}"/>
              </a:ext>
            </a:extLst>
          </p:cNvPr>
          <p:cNvSpPr txBox="1"/>
          <p:nvPr userDrawn="1"/>
        </p:nvSpPr>
        <p:spPr>
          <a:xfrm>
            <a:off x="2816439" y="2591527"/>
            <a:ext cx="9630053" cy="1938992"/>
          </a:xfrm>
          <a:prstGeom prst="rect">
            <a:avLst/>
          </a:prstGeom>
          <a:noFill/>
        </p:spPr>
        <p:txBody>
          <a:bodyPr wrap="square">
            <a:spAutoFit/>
          </a:bodyPr>
          <a:lstStyle/>
          <a:p>
            <a:r>
              <a:rPr lang="en-US" sz="4000" dirty="0">
                <a:solidFill>
                  <a:srgbClr val="00417E"/>
                </a:solidFill>
                <a:latin typeface="Arial" panose="020B0604020202020204" pitchFamily="34" charset="0"/>
                <a:cs typeface="Arial" panose="020B0604020202020204" pitchFamily="34" charset="0"/>
              </a:rPr>
              <a:t>I would rather have</a:t>
            </a:r>
            <a:br>
              <a:rPr lang="en-US" sz="4000" dirty="0">
                <a:solidFill>
                  <a:srgbClr val="00417E"/>
                </a:solidFill>
                <a:latin typeface="Arial" panose="020B0604020202020204" pitchFamily="34" charset="0"/>
                <a:cs typeface="Arial" panose="020B0604020202020204" pitchFamily="34" charset="0"/>
              </a:rPr>
            </a:br>
            <a:r>
              <a:rPr lang="en-US" sz="4000" dirty="0">
                <a:solidFill>
                  <a:srgbClr val="00417E"/>
                </a:solidFill>
                <a:latin typeface="Arial" panose="020B0604020202020204" pitchFamily="34" charset="0"/>
                <a:cs typeface="Arial" panose="020B0604020202020204" pitchFamily="34" charset="0"/>
              </a:rPr>
              <a:t>questions that can't be answered</a:t>
            </a:r>
            <a:br>
              <a:rPr lang="en-US" sz="4000" dirty="0">
                <a:solidFill>
                  <a:srgbClr val="00417E"/>
                </a:solidFill>
                <a:latin typeface="Arial" panose="020B0604020202020204" pitchFamily="34" charset="0"/>
                <a:cs typeface="Arial" panose="020B0604020202020204" pitchFamily="34" charset="0"/>
              </a:rPr>
            </a:br>
            <a:r>
              <a:rPr lang="en-US" sz="4000" dirty="0">
                <a:solidFill>
                  <a:srgbClr val="00417E"/>
                </a:solidFill>
                <a:latin typeface="Arial" panose="020B0604020202020204" pitchFamily="34" charset="0"/>
                <a:cs typeface="Arial" panose="020B0604020202020204" pitchFamily="34" charset="0"/>
              </a:rPr>
              <a:t>than answers that can't be questioned.</a:t>
            </a:r>
            <a:endParaRPr lang="en-GB" sz="4000" dirty="0">
              <a:solidFill>
                <a:srgbClr val="00417E"/>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EBA611E3-78CC-6708-4696-D4D6D3D41049}"/>
              </a:ext>
            </a:extLst>
          </p:cNvPr>
          <p:cNvSpPr txBox="1"/>
          <p:nvPr userDrawn="1"/>
        </p:nvSpPr>
        <p:spPr>
          <a:xfrm>
            <a:off x="9068623" y="4765573"/>
            <a:ext cx="2968924" cy="461665"/>
          </a:xfrm>
          <a:prstGeom prst="rect">
            <a:avLst/>
          </a:prstGeom>
          <a:noFill/>
        </p:spPr>
        <p:txBody>
          <a:bodyPr wrap="square">
            <a:spAutoFit/>
          </a:bodyPr>
          <a:lstStyle/>
          <a:p>
            <a:r>
              <a:rPr lang="en-GB" sz="2400" dirty="0">
                <a:solidFill>
                  <a:srgbClr val="005E77"/>
                </a:solidFill>
              </a:rPr>
              <a:t>Richard P. Feynman</a:t>
            </a:r>
          </a:p>
        </p:txBody>
      </p:sp>
    </p:spTree>
    <p:extLst>
      <p:ext uri="{BB962C8B-B14F-4D97-AF65-F5344CB8AC3E}">
        <p14:creationId xmlns:p14="http://schemas.microsoft.com/office/powerpoint/2010/main" val="26272989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eeg">
    <p:spTree>
      <p:nvGrpSpPr>
        <p:cNvPr id="1" name=""/>
        <p:cNvGrpSpPr/>
        <p:nvPr/>
      </p:nvGrpSpPr>
      <p:grpSpPr>
        <a:xfrm>
          <a:off x="0" y="0"/>
          <a:ext cx="0" cy="0"/>
          <a:chOff x="0" y="0"/>
          <a:chExt cx="0" cy="0"/>
        </a:xfrm>
      </p:grpSpPr>
      <p:sp>
        <p:nvSpPr>
          <p:cNvPr id="3" name="Tijdelijke aanduiding voor datum 1">
            <a:extLst>
              <a:ext uri="{FF2B5EF4-FFF2-40B4-BE49-F238E27FC236}">
                <a16:creationId xmlns:a16="http://schemas.microsoft.com/office/drawing/2014/main" id="{6235C20E-3391-4145-4D84-53842E905E6B}"/>
              </a:ext>
            </a:extLst>
          </p:cNvPr>
          <p:cNvSpPr>
            <a:spLocks noGrp="1"/>
          </p:cNvSpPr>
          <p:nvPr>
            <p:ph type="dt" sz="half" idx="10"/>
          </p:nvPr>
        </p:nvSpPr>
        <p:spPr>
          <a:xfrm>
            <a:off x="1440000" y="6210000"/>
            <a:ext cx="720000" cy="648000"/>
          </a:xfrm>
        </p:spPr>
        <p:txBody>
          <a:bodyPr/>
          <a:lstStyle/>
          <a:p>
            <a:fld id="{B93C70AB-10FC-774C-9E2D-C3FBC6B92CAF}" type="datetime1">
              <a:rPr lang="en-US" smtClean="0"/>
              <a:t>10/11/25</a:t>
            </a:fld>
            <a:endParaRPr lang="nl-NL" dirty="0"/>
          </a:p>
        </p:txBody>
      </p:sp>
      <p:sp>
        <p:nvSpPr>
          <p:cNvPr id="5" name="Tijdelijke aanduiding voor voettekst 2">
            <a:extLst>
              <a:ext uri="{FF2B5EF4-FFF2-40B4-BE49-F238E27FC236}">
                <a16:creationId xmlns:a16="http://schemas.microsoft.com/office/drawing/2014/main" id="{78D2F004-28B6-C370-D870-67D28C32D0D7}"/>
              </a:ext>
            </a:extLst>
          </p:cNvPr>
          <p:cNvSpPr>
            <a:spLocks noGrp="1"/>
          </p:cNvSpPr>
          <p:nvPr>
            <p:ph type="ftr" sz="quarter" idx="11"/>
          </p:nvPr>
        </p:nvSpPr>
        <p:spPr>
          <a:xfrm>
            <a:off x="5052003" y="6210000"/>
            <a:ext cx="4993200" cy="648000"/>
          </a:xfrm>
        </p:spPr>
        <p:txBody>
          <a:bodyPr/>
          <a:lstStyle/>
          <a:p>
            <a:endParaRPr lang="nl-NL" dirty="0"/>
          </a:p>
        </p:txBody>
      </p:sp>
      <p:sp>
        <p:nvSpPr>
          <p:cNvPr id="8" name="Tijdelijke aanduiding voor dianummer 3">
            <a:extLst>
              <a:ext uri="{FF2B5EF4-FFF2-40B4-BE49-F238E27FC236}">
                <a16:creationId xmlns:a16="http://schemas.microsoft.com/office/drawing/2014/main" id="{1AE2BA5A-EDBB-7957-59A2-5BB98B0C2656}"/>
              </a:ext>
            </a:extLst>
          </p:cNvPr>
          <p:cNvSpPr>
            <a:spLocks noGrp="1"/>
          </p:cNvSpPr>
          <p:nvPr>
            <p:ph type="sldNum" sz="quarter" idx="12"/>
          </p:nvPr>
        </p:nvSpPr>
        <p:spPr>
          <a:xfrm>
            <a:off x="576000" y="6210000"/>
            <a:ext cx="648000" cy="648000"/>
          </a:xfrm>
        </p:spPr>
        <p:txBody>
          <a:bodyPr/>
          <a:lstStyle/>
          <a:p>
            <a:fld id="{0A297500-7527-634B-90F4-69D0994C32B4}" type="slidenum">
              <a:rPr lang="nl-NL" smtClean="0"/>
              <a:t>‹#›</a:t>
            </a:fld>
            <a:endParaRPr lang="nl-NL" dirty="0"/>
          </a:p>
        </p:txBody>
      </p:sp>
    </p:spTree>
    <p:extLst>
      <p:ext uri="{BB962C8B-B14F-4D97-AF65-F5344CB8AC3E}">
        <p14:creationId xmlns:p14="http://schemas.microsoft.com/office/powerpoint/2010/main" val="9521485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6BDB821E-3E44-1141-8C7B-FEB07B979251}"/>
              </a:ext>
            </a:extLst>
          </p:cNvPr>
          <p:cNvSpPr/>
          <p:nvPr userDrawn="1"/>
        </p:nvSpPr>
        <p:spPr>
          <a:xfrm>
            <a:off x="0" y="6210000"/>
            <a:ext cx="12193200" cy="648000"/>
          </a:xfrm>
          <a:prstGeom prst="rect">
            <a:avLst/>
          </a:prstGeom>
          <a:solidFill>
            <a:srgbClr val="001D4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2" name="Tijdelijke aanduiding voor titel 1"/>
          <p:cNvSpPr>
            <a:spLocks noGrp="1"/>
          </p:cNvSpPr>
          <p:nvPr>
            <p:ph type="title"/>
          </p:nvPr>
        </p:nvSpPr>
        <p:spPr>
          <a:xfrm>
            <a:off x="576000" y="576000"/>
            <a:ext cx="11041200" cy="1112675"/>
          </a:xfrm>
          <a:prstGeom prst="rect">
            <a:avLst/>
          </a:prstGeom>
        </p:spPr>
        <p:txBody>
          <a:bodyPr vert="horz" lIns="0" tIns="0" rIns="0" bIns="0" rtlCol="0" anchor="t" anchorCtr="0">
            <a:normAutofit/>
          </a:bodyPr>
          <a:lstStyle/>
          <a:p>
            <a:r>
              <a:rPr lang="nl-NL" dirty="0"/>
              <a:t>Titelstijl van model bewerken</a:t>
            </a:r>
          </a:p>
        </p:txBody>
      </p:sp>
      <p:sp>
        <p:nvSpPr>
          <p:cNvPr id="3" name="Tijdelijke aanduiding voor tekst 2"/>
          <p:cNvSpPr>
            <a:spLocks noGrp="1"/>
          </p:cNvSpPr>
          <p:nvPr>
            <p:ph type="body" idx="1"/>
          </p:nvPr>
        </p:nvSpPr>
        <p:spPr>
          <a:xfrm>
            <a:off x="576000" y="1836000"/>
            <a:ext cx="11041200" cy="4046910"/>
          </a:xfrm>
          <a:prstGeom prst="rect">
            <a:avLst/>
          </a:prstGeom>
        </p:spPr>
        <p:txBody>
          <a:bodyPr vert="horz" lIns="0" tIns="0" rIns="0" bIns="0" rtlCol="0">
            <a:norm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Tijdelijke aanduiding voor datum 3"/>
          <p:cNvSpPr>
            <a:spLocks noGrp="1"/>
          </p:cNvSpPr>
          <p:nvPr>
            <p:ph type="dt" sz="half" idx="2"/>
          </p:nvPr>
        </p:nvSpPr>
        <p:spPr>
          <a:xfrm>
            <a:off x="1440000" y="6210000"/>
            <a:ext cx="720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7F6F9242-A3CF-2647-958A-D832101EE83D}" type="datetime1">
              <a:rPr lang="en-US" smtClean="0"/>
              <a:t>10/11/25</a:t>
            </a:fld>
            <a:endParaRPr lang="nl-NL" dirty="0"/>
          </a:p>
        </p:txBody>
      </p:sp>
      <p:sp>
        <p:nvSpPr>
          <p:cNvPr id="5" name="Tijdelijke aanduiding voor voettekst 4"/>
          <p:cNvSpPr>
            <a:spLocks noGrp="1"/>
          </p:cNvSpPr>
          <p:nvPr>
            <p:ph type="ftr" sz="quarter" idx="3"/>
          </p:nvPr>
        </p:nvSpPr>
        <p:spPr>
          <a:xfrm>
            <a:off x="5052003" y="6210000"/>
            <a:ext cx="4993200" cy="648000"/>
          </a:xfrm>
          <a:prstGeom prst="rect">
            <a:avLst/>
          </a:prstGeom>
        </p:spPr>
        <p:txBody>
          <a:bodyPr vert="horz" lIns="0" tIns="0" rIns="180000" bIns="0" rtlCol="0" anchor="ctr"/>
          <a:lstStyle>
            <a:lvl1pPr algn="r">
              <a:defRPr sz="1000" baseline="0">
                <a:solidFill>
                  <a:schemeClr val="bg1"/>
                </a:solidFill>
                <a:latin typeface="Arial" charset="0"/>
              </a:defRPr>
            </a:lvl1pPr>
          </a:lstStyle>
          <a:p>
            <a:endParaRPr lang="nl-NL" dirty="0"/>
          </a:p>
        </p:txBody>
      </p:sp>
      <p:sp>
        <p:nvSpPr>
          <p:cNvPr id="6" name="Tijdelijke aanduiding voor dianummer 5"/>
          <p:cNvSpPr>
            <a:spLocks noGrp="1"/>
          </p:cNvSpPr>
          <p:nvPr>
            <p:ph type="sldNum" sz="quarter" idx="4"/>
          </p:nvPr>
        </p:nvSpPr>
        <p:spPr>
          <a:xfrm>
            <a:off x="576000" y="6210000"/>
            <a:ext cx="648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0A297500-7527-634B-90F4-69D0994C32B4}" type="slidenum">
              <a:rPr lang="nl-NL" smtClean="0"/>
              <a:pPr/>
              <a:t>‹#›</a:t>
            </a:fld>
            <a:endParaRPr lang="nl-NL" dirty="0"/>
          </a:p>
        </p:txBody>
      </p:sp>
      <p:pic>
        <p:nvPicPr>
          <p:cNvPr id="7" name="Afbeelding 6" descr="Afbeelding met Lettertype, Graphics, logo, schermopname&#10;&#10;Automatisch gegenereerde beschrijving">
            <a:extLst>
              <a:ext uri="{FF2B5EF4-FFF2-40B4-BE49-F238E27FC236}">
                <a16:creationId xmlns:a16="http://schemas.microsoft.com/office/drawing/2014/main" id="{15E13232-C638-6951-DDA6-89141A14C296}"/>
              </a:ext>
            </a:extLst>
          </p:cNvPr>
          <p:cNvPicPr>
            <a:picLocks noChangeAspect="1"/>
          </p:cNvPicPr>
          <p:nvPr userDrawn="1"/>
        </p:nvPicPr>
        <p:blipFill>
          <a:blip r:embed="rId15"/>
          <a:stretch>
            <a:fillRect/>
          </a:stretch>
        </p:blipFill>
        <p:spPr>
          <a:xfrm>
            <a:off x="10290602" y="6357900"/>
            <a:ext cx="1655999" cy="325389"/>
          </a:xfrm>
          <a:prstGeom prst="rect">
            <a:avLst/>
          </a:prstGeom>
        </p:spPr>
      </p:pic>
    </p:spTree>
    <p:extLst>
      <p:ext uri="{BB962C8B-B14F-4D97-AF65-F5344CB8AC3E}">
        <p14:creationId xmlns:p14="http://schemas.microsoft.com/office/powerpoint/2010/main" val="463755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72" r:id="rId4"/>
    <p:sldLayoutId id="2147483671" r:id="rId5"/>
    <p:sldLayoutId id="2147483669" r:id="rId6"/>
    <p:sldLayoutId id="2147483668" r:id="rId7"/>
    <p:sldLayoutId id="2147483667" r:id="rId8"/>
    <p:sldLayoutId id="2147483665" r:id="rId9"/>
    <p:sldLayoutId id="2147483661" r:id="rId10"/>
    <p:sldLayoutId id="2147483666" r:id="rId11"/>
    <p:sldLayoutId id="2147483670" r:id="rId12"/>
    <p:sldLayoutId id="2147483651" r:id="rId13"/>
  </p:sldLayoutIdLst>
  <p:hf hdr="0"/>
  <p:txStyles>
    <p:titleStyle>
      <a:lvl1pPr algn="l" defTabSz="914400" rtl="0" eaLnBrk="1" latinLnBrk="0" hangingPunct="1">
        <a:lnSpc>
          <a:spcPct val="90000"/>
        </a:lnSpc>
        <a:spcBef>
          <a:spcPct val="0"/>
        </a:spcBef>
        <a:buNone/>
        <a:defRPr sz="4500" b="1" i="0" kern="1200" baseline="0">
          <a:solidFill>
            <a:srgbClr val="00407A"/>
          </a:solidFill>
          <a:latin typeface="Arial" charset="0"/>
          <a:ea typeface="+mj-ea"/>
          <a:cs typeface="+mj-cs"/>
        </a:defRPr>
      </a:lvl1pPr>
    </p:titleStyle>
    <p:bodyStyle>
      <a:lvl1pPr marL="0" indent="0" algn="l" defTabSz="914400" rtl="0" eaLnBrk="1" latinLnBrk="0" hangingPunct="1">
        <a:lnSpc>
          <a:spcPct val="90000"/>
        </a:lnSpc>
        <a:spcBef>
          <a:spcPts val="1000"/>
        </a:spcBef>
        <a:buFontTx/>
        <a:buNone/>
        <a:defRPr sz="2800" kern="1200" baseline="0">
          <a:solidFill>
            <a:srgbClr val="00407A"/>
          </a:solidFill>
          <a:latin typeface="Arial" charset="0"/>
          <a:ea typeface="+mn-ea"/>
          <a:cs typeface="+mn-cs"/>
        </a:defRPr>
      </a:lvl1pPr>
      <a:lvl2pPr marL="685800" indent="-228600" algn="l" defTabSz="914400" rtl="0" eaLnBrk="1" latinLnBrk="0" hangingPunct="1">
        <a:lnSpc>
          <a:spcPct val="90000"/>
        </a:lnSpc>
        <a:spcBef>
          <a:spcPts val="500"/>
        </a:spcBef>
        <a:buFont typeface="Arial"/>
        <a:buChar char="•"/>
        <a:defRPr sz="2400" kern="1200" baseline="0">
          <a:solidFill>
            <a:srgbClr val="00407A"/>
          </a:solidFill>
          <a:latin typeface="Arial" charset="0"/>
          <a:ea typeface="+mn-ea"/>
          <a:cs typeface="+mn-cs"/>
        </a:defRPr>
      </a:lvl2pPr>
      <a:lvl3pPr marL="1143000" indent="-228600" algn="l" defTabSz="914400" rtl="0" eaLnBrk="1" latinLnBrk="0" hangingPunct="1">
        <a:lnSpc>
          <a:spcPct val="90000"/>
        </a:lnSpc>
        <a:spcBef>
          <a:spcPts val="500"/>
        </a:spcBef>
        <a:buFont typeface="Arial"/>
        <a:buChar char="•"/>
        <a:defRPr sz="2000" kern="1200" baseline="0">
          <a:solidFill>
            <a:srgbClr val="00407A"/>
          </a:solidFill>
          <a:latin typeface="Arial" charset="0"/>
          <a:ea typeface="+mn-ea"/>
          <a:cs typeface="+mn-cs"/>
        </a:defRPr>
      </a:lvl3pPr>
      <a:lvl4pPr marL="1600200" indent="-228600" algn="l" defTabSz="914400" rtl="0" eaLnBrk="1" latinLnBrk="0" hangingPunct="1">
        <a:lnSpc>
          <a:spcPct val="90000"/>
        </a:lnSpc>
        <a:spcBef>
          <a:spcPts val="500"/>
        </a:spcBef>
        <a:buFont typeface="Arial"/>
        <a:buChar char="•"/>
        <a:defRPr sz="1800" kern="1200" baseline="0">
          <a:solidFill>
            <a:srgbClr val="00407A"/>
          </a:solidFill>
          <a:latin typeface="Arial" charset="0"/>
          <a:ea typeface="+mn-ea"/>
          <a:cs typeface="+mn-cs"/>
        </a:defRPr>
      </a:lvl4pPr>
      <a:lvl5pPr marL="2057400" indent="-228600" algn="l" defTabSz="914400" rtl="0" eaLnBrk="1" latinLnBrk="0" hangingPunct="1">
        <a:lnSpc>
          <a:spcPct val="90000"/>
        </a:lnSpc>
        <a:spcBef>
          <a:spcPts val="500"/>
        </a:spcBef>
        <a:buFont typeface="Arial"/>
        <a:buChar char="•"/>
        <a:defRPr sz="1800" kern="1200" baseline="0">
          <a:solidFill>
            <a:srgbClr val="00407A"/>
          </a:solidFill>
          <a:latin typeface="Arial"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6.png"/><Relationship Id="rId3" Type="http://schemas.openxmlformats.org/officeDocument/2006/relationships/notesSlide" Target="../notesSlides/notesSlide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Bipolaire en MOS</a:t>
            </a:r>
          </a:p>
          <a:p>
            <a:r>
              <a:t>Transistors</a:t>
            </a:r>
          </a:p>
        </p:txBody>
      </p:sp>
      <p:sp>
        <p:nvSpPr>
          <p:cNvPr id="3" name="TextBox 2"/>
          <p:cNvSpPr txBox="1"/>
          <p:nvPr/>
        </p:nvSpPr>
        <p:spPr>
          <a:xfrm>
            <a:off x="6400800" y="4114800"/>
            <a:ext cx="4572000" cy="1828800"/>
          </a:xfrm>
          <a:prstGeom prst="rect">
            <a:avLst/>
          </a:prstGeom>
          <a:noFill/>
        </p:spPr>
        <p:txBody>
          <a:bodyPr wrap="none">
            <a:spAutoFit/>
          </a:bodyPr>
          <a:lstStyle/>
          <a:p>
            <a:pPr>
              <a:defRPr sz="2400">
                <a:solidFill>
                  <a:srgbClr val="FFFFFF"/>
                </a:solidFill>
              </a:defRPr>
            </a:pPr>
            <a:r>
              <a:t>Herhaling basiseigenschappen</a:t>
            </a:r>
          </a:p>
        </p:txBody>
      </p:sp>
      <p:sp>
        <p:nvSpPr>
          <p:cNvPr id="4" name="TextBox 3"/>
          <p:cNvSpPr txBox="1"/>
          <p:nvPr/>
        </p:nvSpPr>
        <p:spPr>
          <a:xfrm>
            <a:off x="6400800" y="5577840"/>
            <a:ext cx="1828800" cy="457200"/>
          </a:xfrm>
          <a:prstGeom prst="rect">
            <a:avLst/>
          </a:prstGeom>
          <a:noFill/>
        </p:spPr>
        <p:txBody>
          <a:bodyPr wrap="none">
            <a:spAutoFit/>
          </a:bodyPr>
          <a:lstStyle/>
          <a:p>
            <a:pPr>
              <a:defRPr>
                <a:solidFill>
                  <a:srgbClr val="FFFFFF"/>
                </a:solidFill>
              </a:defRPr>
            </a:pPr>
            <a:r>
              <a:t>Jan Genoe</a:t>
            </a:r>
          </a:p>
        </p:txBody>
      </p:sp>
      <p:sp>
        <p:nvSpPr>
          <p:cNvPr id="5" name="TextBox 4"/>
          <p:cNvSpPr txBox="1"/>
          <p:nvPr/>
        </p:nvSpPr>
        <p:spPr>
          <a:xfrm>
            <a:off x="6400800" y="5760720"/>
            <a:ext cx="1828800" cy="457200"/>
          </a:xfrm>
          <a:prstGeom prst="rect">
            <a:avLst/>
          </a:prstGeom>
          <a:noFill/>
        </p:spPr>
        <p:txBody>
          <a:bodyPr wrap="none">
            <a:spAutoFit/>
          </a:bodyPr>
          <a:lstStyle/>
          <a:p>
            <a:pPr>
              <a:defRPr>
                <a:solidFill>
                  <a:srgbClr val="FFFFFF"/>
                </a:solidFill>
              </a:defRPr>
            </a:pPr>
            <a:r>
              <a:t>Februari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Korte Herhaling MOSFET transistors</a:t>
            </a:r>
            <a:endParaRPr sz="3200" b="1" i="0">
              <a:latin typeface="Arial"/>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MOS transistor</a:t>
            </a:r>
            <a:endParaRPr sz="3200" b="1" i="0">
              <a:latin typeface="Arial"/>
            </a:endParaRPr>
          </a:p>
        </p:txBody>
      </p:sp>
      <p:pic>
        <p:nvPicPr>
          <p:cNvPr id="4" name="Picture 3" descr="image.png"/>
          <p:cNvPicPr>
            <a:picLocks noChangeAspect="1"/>
          </p:cNvPicPr>
          <p:nvPr/>
        </p:nvPicPr>
        <p:blipFill>
          <a:blip r:embed="rId2"/>
          <a:stretch>
            <a:fillRect/>
          </a:stretch>
        </p:blipFill>
        <p:spPr>
          <a:xfrm>
            <a:off x="1670142" y="539496"/>
            <a:ext cx="8851715"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MOS FET</a:t>
            </a:r>
            <a:endParaRPr sz="3200" b="1" i="0">
              <a:latin typeface="Arial"/>
            </a:endParaRPr>
          </a:p>
        </p:txBody>
      </p:sp>
      <p:pic>
        <p:nvPicPr>
          <p:cNvPr id="4" name="Picture 3" descr="image.png"/>
          <p:cNvPicPr>
            <a:picLocks noChangeAspect="1"/>
          </p:cNvPicPr>
          <p:nvPr/>
        </p:nvPicPr>
        <p:blipFill>
          <a:blip r:embed="rId2"/>
          <a:stretch>
            <a:fillRect/>
          </a:stretch>
        </p:blipFill>
        <p:spPr>
          <a:xfrm>
            <a:off x="1071277" y="539496"/>
            <a:ext cx="10049446" cy="56692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Realistische voorstelling MOS transistor</a:t>
            </a:r>
            <a:endParaRPr sz="3200" b="1" i="0">
              <a:latin typeface="Arial"/>
            </a:endParaRPr>
          </a:p>
        </p:txBody>
      </p:sp>
      <p:pic>
        <p:nvPicPr>
          <p:cNvPr id="4" name="Picture 3" descr="image.png"/>
          <p:cNvPicPr>
            <a:picLocks noChangeAspect="1"/>
          </p:cNvPicPr>
          <p:nvPr/>
        </p:nvPicPr>
        <p:blipFill>
          <a:blip r:embed="rId2"/>
          <a:stretch>
            <a:fillRect/>
          </a:stretch>
        </p:blipFill>
        <p:spPr>
          <a:xfrm>
            <a:off x="2017412" y="539496"/>
            <a:ext cx="8157175" cy="56692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3D voorstelling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009626" y="539496"/>
            <a:ext cx="10172748" cy="56692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Symbolen MOS transistors</a:t>
            </a:r>
            <a:endParaRPr sz="3200" b="1" i="0">
              <a:latin typeface="Arial"/>
            </a:endParaRPr>
          </a:p>
        </p:txBody>
      </p:sp>
      <p:pic>
        <p:nvPicPr>
          <p:cNvPr id="4" name="Picture 3" descr="image.png"/>
          <p:cNvPicPr>
            <a:picLocks noChangeAspect="1"/>
          </p:cNvPicPr>
          <p:nvPr/>
        </p:nvPicPr>
        <p:blipFill>
          <a:blip r:embed="rId2"/>
          <a:stretch>
            <a:fillRect/>
          </a:stretch>
        </p:blipFill>
        <p:spPr>
          <a:xfrm>
            <a:off x="1395433" y="539496"/>
            <a:ext cx="9401133" cy="56692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Wat is drain en source bij de MOS ?</a:t>
            </a:r>
            <a:endParaRPr sz="3200" b="1" i="0">
              <a:latin typeface="Arial"/>
            </a:endParaRPr>
          </a:p>
        </p:txBody>
      </p:sp>
      <p:pic>
        <p:nvPicPr>
          <p:cNvPr id="4" name="Picture 3" descr="image.png"/>
          <p:cNvPicPr>
            <a:picLocks noChangeAspect="1"/>
          </p:cNvPicPr>
          <p:nvPr/>
        </p:nvPicPr>
        <p:blipFill>
          <a:blip r:embed="rId2"/>
          <a:stretch>
            <a:fillRect/>
          </a:stretch>
        </p:blipFill>
        <p:spPr>
          <a:xfrm>
            <a:off x="1105782" y="539496"/>
            <a:ext cx="9980435" cy="56692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Drempelspanning VT</a:t>
            </a:r>
            <a:endParaRPr sz="3200" b="1" i="0">
              <a:latin typeface="Arial"/>
            </a:endParaRPr>
          </a:p>
        </p:txBody>
      </p:sp>
      <p:pic>
        <p:nvPicPr>
          <p:cNvPr id="4" name="Picture 3" descr="image.png"/>
          <p:cNvPicPr>
            <a:picLocks noChangeAspect="1"/>
          </p:cNvPicPr>
          <p:nvPr/>
        </p:nvPicPr>
        <p:blipFill>
          <a:blip r:embed="rId2"/>
          <a:stretch>
            <a:fillRect/>
          </a:stretch>
        </p:blipFill>
        <p:spPr>
          <a:xfrm>
            <a:off x="1276898" y="539496"/>
            <a:ext cx="9638203" cy="5669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Stroom in het lineaire gebied</a:t>
            </a:r>
            <a:endParaRPr sz="3200" b="1" i="0">
              <a:latin typeface="Arial"/>
            </a:endParaRPr>
          </a:p>
        </p:txBody>
      </p:sp>
      <p:pic>
        <p:nvPicPr>
          <p:cNvPr id="4" name="Picture 3" descr="image.png"/>
          <p:cNvPicPr>
            <a:picLocks noChangeAspect="1"/>
          </p:cNvPicPr>
          <p:nvPr/>
        </p:nvPicPr>
        <p:blipFill>
          <a:blip r:embed="rId2"/>
          <a:stretch>
            <a:fillRect/>
          </a:stretch>
        </p:blipFill>
        <p:spPr>
          <a:xfrm>
            <a:off x="1377335" y="539496"/>
            <a:ext cx="9437330" cy="566928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Grens lineair saturatie</a:t>
            </a:r>
            <a:endParaRPr sz="3200" b="1" i="0">
              <a:latin typeface="Arial"/>
            </a:endParaRPr>
          </a:p>
        </p:txBody>
      </p:sp>
      <p:pic>
        <p:nvPicPr>
          <p:cNvPr id="4" name="Picture 3" descr="image.png"/>
          <p:cNvPicPr>
            <a:picLocks noChangeAspect="1"/>
          </p:cNvPicPr>
          <p:nvPr/>
        </p:nvPicPr>
        <p:blipFill>
          <a:blip r:embed="rId2"/>
          <a:stretch>
            <a:fillRect/>
          </a:stretch>
        </p:blipFill>
        <p:spPr>
          <a:xfrm>
            <a:off x="1154956" y="539496"/>
            <a:ext cx="9882088" cy="566928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Stroom in het saturatie gebied</a:t>
            </a:r>
            <a:endParaRPr sz="3200" b="1" i="0">
              <a:latin typeface="Arial"/>
            </a:endParaRPr>
          </a:p>
        </p:txBody>
      </p:sp>
      <p:pic>
        <p:nvPicPr>
          <p:cNvPr id="4" name="Picture 3" descr="image.png"/>
          <p:cNvPicPr>
            <a:picLocks noChangeAspect="1"/>
          </p:cNvPicPr>
          <p:nvPr/>
        </p:nvPicPr>
        <p:blipFill>
          <a:blip r:embed="rId2"/>
          <a:stretch>
            <a:fillRect/>
          </a:stretch>
        </p:blipFill>
        <p:spPr>
          <a:xfrm>
            <a:off x="1120302" y="539496"/>
            <a:ext cx="9951396" cy="56692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Correctie in het saturatiegebied (korte kanalen)</a:t>
            </a:r>
            <a:endParaRPr sz="3200" b="1" i="0">
              <a:latin typeface="Arial"/>
            </a:endParaRPr>
          </a:p>
        </p:txBody>
      </p:sp>
      <p:pic>
        <p:nvPicPr>
          <p:cNvPr id="4" name="Picture 3" descr="image.png"/>
          <p:cNvPicPr>
            <a:picLocks noChangeAspect="1"/>
          </p:cNvPicPr>
          <p:nvPr/>
        </p:nvPicPr>
        <p:blipFill>
          <a:blip r:embed="rId2"/>
          <a:stretch>
            <a:fillRect/>
          </a:stretch>
        </p:blipFill>
        <p:spPr>
          <a:xfrm>
            <a:off x="2543585" y="539496"/>
            <a:ext cx="7104829" cy="56692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Early spanning - Output weerstand</a:t>
            </a:r>
            <a:endParaRPr sz="3200" b="1" i="0">
              <a:latin typeface="Arial"/>
            </a:endParaRPr>
          </a:p>
        </p:txBody>
      </p:sp>
      <p:pic>
        <p:nvPicPr>
          <p:cNvPr id="4" name="Picture 3" descr="image.png"/>
          <p:cNvPicPr>
            <a:picLocks noChangeAspect="1"/>
          </p:cNvPicPr>
          <p:nvPr/>
        </p:nvPicPr>
        <p:blipFill>
          <a:blip r:embed="rId2"/>
          <a:stretch>
            <a:fillRect/>
          </a:stretch>
        </p:blipFill>
        <p:spPr>
          <a:xfrm>
            <a:off x="391355" y="539496"/>
            <a:ext cx="11409290" cy="56692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VT van de nMOS transistor</a:t>
            </a:r>
            <a:endParaRPr sz="3200" b="1" i="0">
              <a:latin typeface="Arial"/>
            </a:endParaRPr>
          </a:p>
        </p:txBody>
      </p:sp>
      <p:pic>
        <p:nvPicPr>
          <p:cNvPr id="4" name="Picture 3" descr="image.png"/>
          <p:cNvPicPr>
            <a:picLocks noChangeAspect="1"/>
          </p:cNvPicPr>
          <p:nvPr/>
        </p:nvPicPr>
        <p:blipFill>
          <a:blip r:embed="rId2"/>
          <a:stretch>
            <a:fillRect/>
          </a:stretch>
        </p:blipFill>
        <p:spPr>
          <a:xfrm>
            <a:off x="708038" y="539496"/>
            <a:ext cx="10775923" cy="566928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VT van de pMOS transistor</a:t>
            </a:r>
            <a:endParaRPr sz="3200" b="1" i="0">
              <a:latin typeface="Arial"/>
            </a:endParaRPr>
          </a:p>
        </p:txBody>
      </p:sp>
      <p:pic>
        <p:nvPicPr>
          <p:cNvPr id="4" name="Picture 3" descr="image.png"/>
          <p:cNvPicPr>
            <a:picLocks noChangeAspect="1"/>
          </p:cNvPicPr>
          <p:nvPr/>
        </p:nvPicPr>
        <p:blipFill>
          <a:blip r:embed="rId2"/>
          <a:stretch>
            <a:fillRect/>
          </a:stretch>
        </p:blipFill>
        <p:spPr>
          <a:xfrm>
            <a:off x="1083608" y="539496"/>
            <a:ext cx="10024783" cy="56692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Symbolen D en E MOSFETS</a:t>
            </a:r>
            <a:endParaRPr sz="3200" b="1" i="0">
              <a:latin typeface="Arial"/>
            </a:endParaRPr>
          </a:p>
        </p:txBody>
      </p:sp>
      <p:pic>
        <p:nvPicPr>
          <p:cNvPr id="4" name="Picture 3" descr="image.png"/>
          <p:cNvPicPr>
            <a:picLocks noChangeAspect="1"/>
          </p:cNvPicPr>
          <p:nvPr/>
        </p:nvPicPr>
        <p:blipFill>
          <a:blip r:embed="rId2"/>
          <a:stretch>
            <a:fillRect/>
          </a:stretch>
        </p:blipFill>
        <p:spPr>
          <a:xfrm>
            <a:off x="1329358" y="539496"/>
            <a:ext cx="9533283" cy="56692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000" b="1" i="0">
                <a:latin typeface="Arial"/>
              </a:rPr>
              <a:t>Gate capaciteiten van de MOS (laagfrequent) Lineair gebied</a:t>
            </a:r>
            <a:endParaRPr sz="3000" b="1" i="0">
              <a:latin typeface="Arial"/>
            </a:endParaRPr>
          </a:p>
        </p:txBody>
      </p:sp>
      <p:pic>
        <p:nvPicPr>
          <p:cNvPr id="4" name="Picture 3" descr="image.png"/>
          <p:cNvPicPr>
            <a:picLocks noChangeAspect="1"/>
          </p:cNvPicPr>
          <p:nvPr/>
        </p:nvPicPr>
        <p:blipFill>
          <a:blip r:embed="rId2"/>
          <a:stretch>
            <a:fillRect/>
          </a:stretch>
        </p:blipFill>
        <p:spPr>
          <a:xfrm>
            <a:off x="1508841" y="539496"/>
            <a:ext cx="9174318" cy="56692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Capaciteiten in functie van de VGS</a:t>
            </a:r>
            <a:endParaRPr sz="3200" b="1" i="0">
              <a:latin typeface="Arial"/>
            </a:endParaRPr>
          </a:p>
        </p:txBody>
      </p:sp>
      <p:pic>
        <p:nvPicPr>
          <p:cNvPr id="4" name="Picture 3" descr="image.png"/>
          <p:cNvPicPr>
            <a:picLocks noChangeAspect="1"/>
          </p:cNvPicPr>
          <p:nvPr/>
        </p:nvPicPr>
        <p:blipFill>
          <a:blip r:embed="rId2"/>
          <a:stretch>
            <a:fillRect/>
          </a:stretch>
        </p:blipFill>
        <p:spPr>
          <a:xfrm>
            <a:off x="1747781" y="539496"/>
            <a:ext cx="8696437" cy="56692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MOSFET model (nMOS)</a:t>
            </a:r>
            <a:endParaRPr sz="3200" b="1" i="0">
              <a:latin typeface="Arial"/>
            </a:endParaRPr>
          </a:p>
        </p:txBody>
      </p:sp>
      <p:pic>
        <p:nvPicPr>
          <p:cNvPr id="4" name="Picture 3" descr="image.png"/>
          <p:cNvPicPr>
            <a:picLocks noChangeAspect="1"/>
          </p:cNvPicPr>
          <p:nvPr/>
        </p:nvPicPr>
        <p:blipFill>
          <a:blip r:embed="rId2"/>
          <a:stretch>
            <a:fillRect/>
          </a:stretch>
        </p:blipFill>
        <p:spPr>
          <a:xfrm>
            <a:off x="1388014" y="539496"/>
            <a:ext cx="9415972" cy="56692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MOSFET model (pMOS)</a:t>
            </a:r>
            <a:endParaRPr sz="3200" b="1" i="0">
              <a:latin typeface="Arial"/>
            </a:endParaRPr>
          </a:p>
        </p:txBody>
      </p:sp>
      <p:pic>
        <p:nvPicPr>
          <p:cNvPr id="4" name="Picture 3" descr="image.png"/>
          <p:cNvPicPr>
            <a:picLocks noChangeAspect="1"/>
          </p:cNvPicPr>
          <p:nvPr/>
        </p:nvPicPr>
        <p:blipFill>
          <a:blip r:embed="rId2"/>
          <a:stretch>
            <a:fillRect/>
          </a:stretch>
        </p:blipFill>
        <p:spPr>
          <a:xfrm>
            <a:off x="1379362" y="539496"/>
            <a:ext cx="9433275" cy="566928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nMOS als schakelaar</a:t>
            </a:r>
            <a:endParaRPr sz="3200" b="1" i="0">
              <a:latin typeface="Arial"/>
            </a:endParaRPr>
          </a:p>
        </p:txBody>
      </p:sp>
      <p:pic>
        <p:nvPicPr>
          <p:cNvPr id="4" name="Picture 3" descr="image.png"/>
          <p:cNvPicPr>
            <a:picLocks noChangeAspect="1"/>
          </p:cNvPicPr>
          <p:nvPr/>
        </p:nvPicPr>
        <p:blipFill>
          <a:blip r:embed="rId2"/>
          <a:stretch>
            <a:fillRect/>
          </a:stretch>
        </p:blipFill>
        <p:spPr>
          <a:xfrm>
            <a:off x="1150968" y="539496"/>
            <a:ext cx="9890064" cy="56692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pMOS als schakelaar</a:t>
            </a:r>
            <a:endParaRPr sz="3200" b="1" i="0">
              <a:latin typeface="Arial"/>
            </a:endParaRPr>
          </a:p>
        </p:txBody>
      </p:sp>
      <p:pic>
        <p:nvPicPr>
          <p:cNvPr id="4" name="Picture 3" descr="image.png"/>
          <p:cNvPicPr>
            <a:picLocks noChangeAspect="1"/>
          </p:cNvPicPr>
          <p:nvPr/>
        </p:nvPicPr>
        <p:blipFill>
          <a:blip r:embed="rId2"/>
          <a:stretch>
            <a:fillRect/>
          </a:stretch>
        </p:blipFill>
        <p:spPr>
          <a:xfrm>
            <a:off x="1015917" y="539496"/>
            <a:ext cx="10160166" cy="566928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Complementary MOS</a:t>
            </a:r>
            <a:endParaRPr sz="3200" b="1" i="0">
              <a:latin typeface="Arial"/>
            </a:endParaRPr>
          </a:p>
        </p:txBody>
      </p:sp>
      <p:pic>
        <p:nvPicPr>
          <p:cNvPr id="4" name="Picture 3" descr="image.png"/>
          <p:cNvPicPr>
            <a:picLocks noChangeAspect="1"/>
          </p:cNvPicPr>
          <p:nvPr/>
        </p:nvPicPr>
        <p:blipFill>
          <a:blip r:embed="rId2"/>
          <a:stretch>
            <a:fillRect/>
          </a:stretch>
        </p:blipFill>
        <p:spPr>
          <a:xfrm>
            <a:off x="645868" y="539496"/>
            <a:ext cx="10900263" cy="566928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pMOS en nMOS transistor gecombineerd</a:t>
            </a:r>
            <a:endParaRPr sz="3200" b="1" i="0">
              <a:latin typeface="Arial"/>
            </a:endParaRPr>
          </a:p>
        </p:txBody>
      </p:sp>
      <p:pic>
        <p:nvPicPr>
          <p:cNvPr id="4" name="Picture 3" descr="image.png"/>
          <p:cNvPicPr>
            <a:picLocks noChangeAspect="1"/>
          </p:cNvPicPr>
          <p:nvPr/>
        </p:nvPicPr>
        <p:blipFill>
          <a:blip r:embed="rId2"/>
          <a:stretch>
            <a:fillRect/>
          </a:stretch>
        </p:blipFill>
        <p:spPr>
          <a:xfrm>
            <a:off x="867819" y="539496"/>
            <a:ext cx="10456362" cy="566928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CMOS Logica</a:t>
            </a:r>
            <a:endParaRPr sz="3200" b="1" i="0">
              <a:latin typeface="Arial"/>
            </a:endParaRPr>
          </a:p>
        </p:txBody>
      </p:sp>
      <p:pic>
        <p:nvPicPr>
          <p:cNvPr id="4" name="Picture 3" descr="image.png"/>
          <p:cNvPicPr>
            <a:picLocks noChangeAspect="1"/>
          </p:cNvPicPr>
          <p:nvPr/>
        </p:nvPicPr>
        <p:blipFill>
          <a:blip r:embed="rId2"/>
          <a:stretch>
            <a:fillRect/>
          </a:stretch>
        </p:blipFill>
        <p:spPr>
          <a:xfrm>
            <a:off x="0" y="539496"/>
            <a:ext cx="12192000" cy="5245458"/>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CMOS Logica</a:t>
            </a:r>
            <a:endParaRPr sz="3200" b="1" i="0">
              <a:latin typeface="Arial"/>
            </a:endParaRPr>
          </a:p>
        </p:txBody>
      </p:sp>
      <p:pic>
        <p:nvPicPr>
          <p:cNvPr id="4" name="Picture 3" descr="image.png"/>
          <p:cNvPicPr>
            <a:picLocks noChangeAspect="1"/>
          </p:cNvPicPr>
          <p:nvPr/>
        </p:nvPicPr>
        <p:blipFill>
          <a:blip r:embed="rId2"/>
          <a:stretch>
            <a:fillRect/>
          </a:stretch>
        </p:blipFill>
        <p:spPr>
          <a:xfrm>
            <a:off x="1709005" y="539496"/>
            <a:ext cx="8773990" cy="566928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r>
              <a:rPr sz="3200" b="1" i="0">
                <a:latin typeface="Arial"/>
              </a:rPr>
              <a:t>Korte Herhaling Bipolaire transistors</a:t>
            </a:r>
            <a:endParaRPr sz="3200" b="1" i="0">
              <a:latin typeface="Arial"/>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Lagenstructuur</a:t>
            </a:r>
            <a:endParaRPr sz="3200" b="1" i="0">
              <a:latin typeface="Arial"/>
            </a:endParaRPr>
          </a:p>
        </p:txBody>
      </p:sp>
      <p:pic>
        <p:nvPicPr>
          <p:cNvPr id="4" name="Picture 3" descr="image.png"/>
          <p:cNvPicPr>
            <a:picLocks noChangeAspect="1"/>
          </p:cNvPicPr>
          <p:nvPr/>
        </p:nvPicPr>
        <p:blipFill>
          <a:blip r:embed="rId2"/>
          <a:stretch>
            <a:fillRect/>
          </a:stretch>
        </p:blipFill>
        <p:spPr>
          <a:xfrm>
            <a:off x="1613363" y="539496"/>
            <a:ext cx="8965273" cy="566928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Bipolaire transistor: symbool</a:t>
            </a:r>
            <a:endParaRPr sz="3200" b="1" i="0">
              <a:latin typeface="Arial"/>
            </a:endParaRPr>
          </a:p>
        </p:txBody>
      </p:sp>
      <p:pic>
        <p:nvPicPr>
          <p:cNvPr id="4" name="Picture 3" descr="image.png"/>
          <p:cNvPicPr>
            <a:picLocks noChangeAspect="1"/>
          </p:cNvPicPr>
          <p:nvPr/>
        </p:nvPicPr>
        <p:blipFill>
          <a:blip r:embed="rId2"/>
          <a:stretch>
            <a:fillRect/>
          </a:stretch>
        </p:blipFill>
        <p:spPr>
          <a:xfrm>
            <a:off x="1348780" y="539496"/>
            <a:ext cx="9494439" cy="566928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Werking: NPN-stromen</a:t>
            </a:r>
            <a:endParaRPr sz="3200" b="1" i="0">
              <a:latin typeface="Arial"/>
            </a:endParaRPr>
          </a:p>
        </p:txBody>
      </p:sp>
      <p:pic>
        <p:nvPicPr>
          <p:cNvPr id="4" name="Picture 3" descr="image.png"/>
          <p:cNvPicPr>
            <a:picLocks noChangeAspect="1"/>
          </p:cNvPicPr>
          <p:nvPr/>
        </p:nvPicPr>
        <p:blipFill>
          <a:blip r:embed="rId2"/>
          <a:stretch>
            <a:fillRect/>
          </a:stretch>
        </p:blipFill>
        <p:spPr>
          <a:xfrm>
            <a:off x="1164771" y="539496"/>
            <a:ext cx="9862457" cy="56692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NPN-stromen (deel 2)</a:t>
            </a:r>
            <a:endParaRPr sz="3200" b="1" i="0">
              <a:latin typeface="Arial"/>
            </a:endParaRPr>
          </a:p>
        </p:txBody>
      </p:sp>
      <p:pic>
        <p:nvPicPr>
          <p:cNvPr id="4" name="Picture 3" descr="image.png"/>
          <p:cNvPicPr>
            <a:picLocks noChangeAspect="1"/>
          </p:cNvPicPr>
          <p:nvPr/>
        </p:nvPicPr>
        <p:blipFill>
          <a:blip r:embed="rId2"/>
          <a:stretch>
            <a:fillRect/>
          </a:stretch>
        </p:blipFill>
        <p:spPr>
          <a:xfrm>
            <a:off x="981912" y="539496"/>
            <a:ext cx="10228176" cy="566928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Eenvoudigste model</a:t>
            </a:r>
            <a:endParaRPr sz="3200" b="1" i="0">
              <a:latin typeface="Arial"/>
            </a:endParaRPr>
          </a:p>
        </p:txBody>
      </p:sp>
      <p:pic>
        <p:nvPicPr>
          <p:cNvPr id="4" name="Picture 3" descr="image.png"/>
          <p:cNvPicPr>
            <a:picLocks noChangeAspect="1"/>
          </p:cNvPicPr>
          <p:nvPr/>
        </p:nvPicPr>
        <p:blipFill>
          <a:blip r:embed="rId2"/>
          <a:stretch>
            <a:fillRect/>
          </a:stretch>
        </p:blipFill>
        <p:spPr>
          <a:xfrm>
            <a:off x="1079559" y="539496"/>
            <a:ext cx="10032882" cy="566928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Stromen als functie van VBE</a:t>
            </a:r>
            <a:endParaRPr sz="3200" b="1" i="0">
              <a:latin typeface="Arial"/>
            </a:endParaRPr>
          </a:p>
        </p:txBody>
      </p:sp>
      <p:pic>
        <p:nvPicPr>
          <p:cNvPr id="4" name="Picture 3" descr="image.png"/>
          <p:cNvPicPr>
            <a:picLocks noChangeAspect="1"/>
          </p:cNvPicPr>
          <p:nvPr/>
        </p:nvPicPr>
        <p:blipFill>
          <a:blip r:embed="rId2"/>
          <a:stretch>
            <a:fillRect/>
          </a:stretch>
        </p:blipFill>
        <p:spPr>
          <a:xfrm>
            <a:off x="1361455" y="539496"/>
            <a:ext cx="9469089" cy="566928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Stroomversterking als functie van VBE</a:t>
            </a:r>
            <a:endParaRPr sz="3200" b="1" i="0">
              <a:latin typeface="Arial"/>
            </a:endParaRPr>
          </a:p>
        </p:txBody>
      </p:sp>
      <p:pic>
        <p:nvPicPr>
          <p:cNvPr id="4" name="Picture 3" descr="image.png"/>
          <p:cNvPicPr>
            <a:picLocks noChangeAspect="1"/>
          </p:cNvPicPr>
          <p:nvPr/>
        </p:nvPicPr>
        <p:blipFill>
          <a:blip r:embed="rId2"/>
          <a:stretch>
            <a:fillRect/>
          </a:stretch>
        </p:blipFill>
        <p:spPr>
          <a:xfrm>
            <a:off x="1053348" y="539496"/>
            <a:ext cx="10085303" cy="566928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Stroomversterking als functie van Ic en T</a:t>
            </a:r>
            <a:endParaRPr sz="3200" b="1" i="0">
              <a:latin typeface="Arial"/>
            </a:endParaRPr>
          </a:p>
        </p:txBody>
      </p:sp>
      <p:pic>
        <p:nvPicPr>
          <p:cNvPr id="4" name="Picture 3" descr="image.png"/>
          <p:cNvPicPr>
            <a:picLocks noChangeAspect="1"/>
          </p:cNvPicPr>
          <p:nvPr/>
        </p:nvPicPr>
        <p:blipFill>
          <a:blip r:embed="rId2"/>
          <a:stretch>
            <a:fillRect/>
          </a:stretch>
        </p:blipFill>
        <p:spPr>
          <a:xfrm>
            <a:off x="0" y="539496"/>
            <a:ext cx="12192000" cy="5541818"/>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Output karakteristieken</a:t>
            </a:r>
            <a:endParaRPr sz="3200" b="1" i="0">
              <a:latin typeface="Arial"/>
            </a:endParaRPr>
          </a:p>
        </p:txBody>
      </p:sp>
      <p:pic>
        <p:nvPicPr>
          <p:cNvPr id="4" name="Picture 3" descr="image.png"/>
          <p:cNvPicPr>
            <a:picLocks noChangeAspect="1"/>
          </p:cNvPicPr>
          <p:nvPr/>
        </p:nvPicPr>
        <p:blipFill>
          <a:blip r:embed="rId2"/>
          <a:stretch>
            <a:fillRect/>
          </a:stretch>
        </p:blipFill>
        <p:spPr>
          <a:xfrm>
            <a:off x="1006478" y="539496"/>
            <a:ext cx="10179043" cy="566928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Bipolaire transistor: equivalent schema</a:t>
            </a:r>
            <a:endParaRPr sz="3200" b="1" i="0">
              <a:latin typeface="Arial"/>
            </a:endParaRPr>
          </a:p>
        </p:txBody>
      </p:sp>
      <p:pic>
        <p:nvPicPr>
          <p:cNvPr id="4" name="Picture 3" descr="image.png"/>
          <p:cNvPicPr>
            <a:picLocks noChangeAspect="1"/>
          </p:cNvPicPr>
          <p:nvPr/>
        </p:nvPicPr>
        <p:blipFill>
          <a:blip r:embed="rId2"/>
          <a:stretch>
            <a:fillRect/>
          </a:stretch>
        </p:blipFill>
        <p:spPr>
          <a:xfrm>
            <a:off x="546253" y="539496"/>
            <a:ext cx="11099494" cy="566928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Ebers-Moll model: werkingsgebieden</a:t>
            </a:r>
            <a:endParaRPr sz="3200" b="1" i="0">
              <a:latin typeface="Arial"/>
            </a:endParaRPr>
          </a:p>
        </p:txBody>
      </p:sp>
      <p:pic>
        <p:nvPicPr>
          <p:cNvPr id="4" name="Picture 3" descr="image.png"/>
          <p:cNvPicPr>
            <a:picLocks noChangeAspect="1"/>
          </p:cNvPicPr>
          <p:nvPr/>
        </p:nvPicPr>
        <p:blipFill>
          <a:blip r:embed="rId2"/>
          <a:stretch>
            <a:fillRect/>
          </a:stretch>
        </p:blipFill>
        <p:spPr>
          <a:xfrm>
            <a:off x="331459" y="539496"/>
            <a:ext cx="11529081" cy="566928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Werkingsgebieden</a:t>
            </a:r>
            <a:endParaRPr sz="3200" b="1" i="0">
              <a:latin typeface="Arial"/>
            </a:endParaRPr>
          </a:p>
        </p:txBody>
      </p:sp>
      <p:pic>
        <p:nvPicPr>
          <p:cNvPr id="4" name="Picture 3" descr="image.png"/>
          <p:cNvPicPr>
            <a:picLocks noChangeAspect="1"/>
          </p:cNvPicPr>
          <p:nvPr/>
        </p:nvPicPr>
        <p:blipFill>
          <a:blip r:embed="rId2"/>
          <a:stretch>
            <a:fillRect/>
          </a:stretch>
        </p:blipFill>
        <p:spPr>
          <a:xfrm>
            <a:off x="1127592" y="539496"/>
            <a:ext cx="9936815" cy="566928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Voorbeeld output karakteristieken</a:t>
            </a:r>
            <a:endParaRPr sz="3200" b="1" i="0">
              <a:latin typeface="Arial"/>
            </a:endParaRPr>
          </a:p>
        </p:txBody>
      </p:sp>
      <p:pic>
        <p:nvPicPr>
          <p:cNvPr id="4" name="Picture 3" descr="image.png"/>
          <p:cNvPicPr>
            <a:picLocks noChangeAspect="1"/>
          </p:cNvPicPr>
          <p:nvPr/>
        </p:nvPicPr>
        <p:blipFill>
          <a:blip r:embed="rId2"/>
          <a:stretch>
            <a:fillRect/>
          </a:stretch>
        </p:blipFill>
        <p:spPr>
          <a:xfrm>
            <a:off x="1303888" y="539496"/>
            <a:ext cx="9584223" cy="566928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Stroomsturing versus spanningssturing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406856" y="539496"/>
            <a:ext cx="9378287" cy="566928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Early Spanning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446579" y="539496"/>
            <a:ext cx="9298842" cy="566928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t>Maximale stroom</a:t>
            </a:r>
          </a:p>
          <a:p>
            <a:pPr lvl="1"/>
            <a:r>
              <a:t>Maximale spanning</a:t>
            </a:r>
          </a:p>
          <a:p>
            <a:pPr lvl="1"/>
            <a:r>
              <a:t>Maximaal gedisipeerd vermogen</a:t>
            </a:r>
          </a:p>
        </p:txBody>
      </p:sp>
      <p:sp>
        <p:nvSpPr>
          <p:cNvPr id="3" name="Title 2"/>
          <p:cNvSpPr>
            <a:spLocks noGrp="1"/>
          </p:cNvSpPr>
          <p:nvPr>
            <p:ph type="title"/>
          </p:nvPr>
        </p:nvSpPr>
        <p:spPr/>
        <p:txBody>
          <a:bodyPr wrap="square">
            <a:noAutofit/>
          </a:bodyPr>
          <a:lstStyle/>
          <a:p>
            <a:r>
              <a:rPr sz="3200" b="1" i="0">
                <a:latin typeface="Arial"/>
              </a:rPr>
              <a:t>3 nodige begrenzingen voor de transistor</a:t>
            </a:r>
            <a:endParaRPr sz="3200" b="1" i="0">
              <a:latin typeface="Arial"/>
            </a:endParaRP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1ste begrenzing: maximale ICE stroom</a:t>
            </a:r>
            <a:endParaRPr sz="3200" b="1" i="0">
              <a:latin typeface="Arial"/>
            </a:endParaRPr>
          </a:p>
        </p:txBody>
      </p:sp>
      <p:pic>
        <p:nvPicPr>
          <p:cNvPr id="4" name="Picture 3" descr="image.png"/>
          <p:cNvPicPr>
            <a:picLocks noChangeAspect="1"/>
          </p:cNvPicPr>
          <p:nvPr/>
        </p:nvPicPr>
        <p:blipFill>
          <a:blip r:embed="rId2"/>
          <a:stretch>
            <a:fillRect/>
          </a:stretch>
        </p:blipFill>
        <p:spPr>
          <a:xfrm>
            <a:off x="1641249" y="539496"/>
            <a:ext cx="8909502" cy="566928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2de begrenzing: maximale VCE spanning</a:t>
            </a:r>
            <a:endParaRPr sz="3200" b="1" i="0">
              <a:latin typeface="Arial"/>
            </a:endParaRPr>
          </a:p>
        </p:txBody>
      </p:sp>
      <p:pic>
        <p:nvPicPr>
          <p:cNvPr id="4" name="Picture 3" descr="image.png"/>
          <p:cNvPicPr>
            <a:picLocks noChangeAspect="1"/>
          </p:cNvPicPr>
          <p:nvPr/>
        </p:nvPicPr>
        <p:blipFill>
          <a:blip r:embed="rId2"/>
          <a:stretch>
            <a:fillRect/>
          </a:stretch>
        </p:blipFill>
        <p:spPr>
          <a:xfrm>
            <a:off x="833595" y="539496"/>
            <a:ext cx="10524809" cy="566928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3de begrenzing: warmtedissipatie PD</a:t>
            </a:r>
            <a:endParaRPr sz="3200" b="1" i="0">
              <a:latin typeface="Arial"/>
            </a:endParaRPr>
          </a:p>
        </p:txBody>
      </p:sp>
      <p:pic>
        <p:nvPicPr>
          <p:cNvPr id="4" name="Picture 3" descr="image.png"/>
          <p:cNvPicPr>
            <a:picLocks noChangeAspect="1"/>
          </p:cNvPicPr>
          <p:nvPr/>
        </p:nvPicPr>
        <p:blipFill>
          <a:blip r:embed="rId2"/>
          <a:stretch>
            <a:fillRect/>
          </a:stretch>
        </p:blipFill>
        <p:spPr>
          <a:xfrm>
            <a:off x="1117405" y="539496"/>
            <a:ext cx="9957190" cy="566928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Koelvin toevoegen</a:t>
            </a:r>
            <a:endParaRPr sz="3200" b="1" i="0">
              <a:latin typeface="Arial"/>
            </a:endParaRPr>
          </a:p>
        </p:txBody>
      </p:sp>
      <p:pic>
        <p:nvPicPr>
          <p:cNvPr id="4" name="Picture 3" descr="image.png"/>
          <p:cNvPicPr>
            <a:picLocks noChangeAspect="1"/>
          </p:cNvPicPr>
          <p:nvPr/>
        </p:nvPicPr>
        <p:blipFill>
          <a:blip r:embed="rId2"/>
          <a:stretch>
            <a:fillRect/>
          </a:stretch>
        </p:blipFill>
        <p:spPr>
          <a:xfrm>
            <a:off x="1200607" y="539496"/>
            <a:ext cx="9790785" cy="566928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Basisweerstand</a:t>
            </a:r>
            <a:endParaRPr sz="3200" b="1" i="0">
              <a:latin typeface="Arial"/>
            </a:endParaRPr>
          </a:p>
        </p:txBody>
      </p:sp>
      <p:pic>
        <p:nvPicPr>
          <p:cNvPr id="4" name="Picture 3" descr="image.png"/>
          <p:cNvPicPr>
            <a:picLocks noChangeAspect="1"/>
          </p:cNvPicPr>
          <p:nvPr/>
        </p:nvPicPr>
        <p:blipFill>
          <a:blip r:embed="rId2"/>
          <a:stretch>
            <a:fillRect/>
          </a:stretch>
        </p:blipFill>
        <p:spPr>
          <a:xfrm>
            <a:off x="856356" y="539496"/>
            <a:ext cx="10479287" cy="566928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Emitter- en collectorweerstand</a:t>
            </a:r>
            <a:endParaRPr sz="3200" b="1" i="0">
              <a:latin typeface="Arial"/>
            </a:endParaRPr>
          </a:p>
        </p:txBody>
      </p:sp>
      <p:pic>
        <p:nvPicPr>
          <p:cNvPr id="4" name="Picture 3" descr="image.png"/>
          <p:cNvPicPr>
            <a:picLocks noChangeAspect="1"/>
          </p:cNvPicPr>
          <p:nvPr/>
        </p:nvPicPr>
        <p:blipFill>
          <a:blip r:embed="rId2"/>
          <a:stretch>
            <a:fillRect/>
          </a:stretch>
        </p:blipFill>
        <p:spPr>
          <a:xfrm>
            <a:off x="1524868" y="539496"/>
            <a:ext cx="9142264" cy="566928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Beperking van de collectorweerstand</a:t>
            </a:r>
            <a:endParaRPr sz="3200" b="1" i="0">
              <a:latin typeface="Arial"/>
            </a:endParaRPr>
          </a:p>
        </p:txBody>
      </p:sp>
      <p:pic>
        <p:nvPicPr>
          <p:cNvPr id="4" name="Picture 3" descr="image.png"/>
          <p:cNvPicPr>
            <a:picLocks noChangeAspect="1"/>
          </p:cNvPicPr>
          <p:nvPr/>
        </p:nvPicPr>
        <p:blipFill>
          <a:blip r:embed="rId2"/>
          <a:stretch>
            <a:fillRect/>
          </a:stretch>
        </p:blipFill>
        <p:spPr>
          <a:xfrm>
            <a:off x="1552334" y="539496"/>
            <a:ext cx="9087331" cy="566928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spAutoFit/>
          </a:bodyPr>
          <a:lstStyle/>
          <a:p>
            <a:pPr lvl="1"/>
            <a:r>
              <a:t>N-type laag heeft bij gelijke dopering een beduidend lagere weerstand dan een P-type laag</a:t>
            </a:r>
          </a:p>
          <a:p>
            <a:pPr lvl="1"/>
            <a:r>
              <a:t>Een pnp transistor heeft dus veel grotere emitter en collector weerstanden in vergelijking met een npn transistor</a:t>
            </a:r>
          </a:p>
          <a:p>
            <a:pPr lvl="1"/>
            <a:r>
              <a:t>Voor vermogencomponenten kunnen deze weerstanden en de opwarming die erbij hoort een probleem vormen</a:t>
            </a:r>
          </a:p>
        </p:txBody>
      </p:sp>
      <p:sp>
        <p:nvSpPr>
          <p:cNvPr id="3" name="Title 2"/>
          <p:cNvSpPr>
            <a:spLocks noGrp="1"/>
          </p:cNvSpPr>
          <p:nvPr>
            <p:ph type="title"/>
          </p:nvPr>
        </p:nvSpPr>
        <p:spPr/>
        <p:txBody>
          <a:bodyPr wrap="square">
            <a:noAutofit/>
          </a:bodyPr>
          <a:lstStyle/>
          <a:p>
            <a:r>
              <a:rPr sz="3200" b="1" i="0">
                <a:latin typeface="Arial"/>
              </a:rPr>
              <a:t>NPN versus PNP transistors</a:t>
            </a:r>
            <a:endParaRPr sz="3200" b="1" i="0">
              <a:latin typeface="Arial"/>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wrap="square">
            <a:noAutofit/>
          </a:bodyPr>
          <a:lstStyle/>
          <a:p>
            <a:r>
              <a:rPr sz="3200" b="1" i="0">
                <a:latin typeface="Arial"/>
              </a:rPr>
              <a:t>Van Silicium naar verpakking</a:t>
            </a:r>
            <a:endParaRPr sz="3200" b="1" i="0">
              <a:latin typeface="Arial"/>
            </a:endParaRPr>
          </a:p>
        </p:txBody>
      </p:sp>
      <p:pic>
        <p:nvPicPr>
          <p:cNvPr id="4" name="Picture 3" descr="image.png"/>
          <p:cNvPicPr>
            <a:picLocks noChangeAspect="1"/>
          </p:cNvPicPr>
          <p:nvPr/>
        </p:nvPicPr>
        <p:blipFill>
          <a:blip r:embed="rId2"/>
          <a:stretch>
            <a:fillRect/>
          </a:stretch>
        </p:blipFill>
        <p:spPr>
          <a:xfrm>
            <a:off x="1225047" y="539496"/>
            <a:ext cx="9741906" cy="566928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KULeuvenThema600jaar">
  <a:themeElements>
    <a:clrScheme name="KU Leuven 600-jaar">
      <a:dk1>
        <a:srgbClr val="001D41"/>
      </a:dk1>
      <a:lt1>
        <a:sysClr val="window" lastClr="FFFFFF"/>
      </a:lt1>
      <a:dk2>
        <a:srgbClr val="2F4D5D"/>
      </a:dk2>
      <a:lt2>
        <a:srgbClr val="CCD9E5"/>
      </a:lt2>
      <a:accent1>
        <a:srgbClr val="2F4D5D"/>
      </a:accent1>
      <a:accent2>
        <a:srgbClr val="1D8DB0"/>
      </a:accent2>
      <a:accent3>
        <a:srgbClr val="52BDEC"/>
      </a:accent3>
      <a:accent4>
        <a:srgbClr val="87C0BD"/>
      </a:accent4>
      <a:accent5>
        <a:srgbClr val="D4776E"/>
      </a:accent5>
      <a:accent6>
        <a:srgbClr val="E4DA3E"/>
      </a:accent6>
      <a:hlink>
        <a:srgbClr val="001D41"/>
      </a:hlink>
      <a:folHlink>
        <a:srgbClr val="52BDE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1d41a3b-f33d-4db6-b532-757106a7a2ae">
      <Terms xmlns="http://schemas.microsoft.com/office/infopath/2007/PartnerControls"/>
    </lcf76f155ced4ddcb4097134ff3c332f>
    <TaxCatchAll xmlns="bf25a9bf-a811-4965-9d0a-b88059080fed"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B8C495A181F81B4C9DE5AD85CD0F70D4" ma:contentTypeVersion="18" ma:contentTypeDescription="Een nieuw document maken." ma:contentTypeScope="" ma:versionID="6ba28a59cba4a02a693681f32745d77b">
  <xsd:schema xmlns:xsd="http://www.w3.org/2001/XMLSchema" xmlns:xs="http://www.w3.org/2001/XMLSchema" xmlns:p="http://schemas.microsoft.com/office/2006/metadata/properties" xmlns:ns2="81d41a3b-f33d-4db6-b532-757106a7a2ae" xmlns:ns3="bf25a9bf-a811-4965-9d0a-b88059080fed" targetNamespace="http://schemas.microsoft.com/office/2006/metadata/properties" ma:root="true" ma:fieldsID="b996b4a4c0d83f5cfec71b22aba921d2" ns2:_="" ns3:_="">
    <xsd:import namespace="81d41a3b-f33d-4db6-b532-757106a7a2ae"/>
    <xsd:import namespace="bf25a9bf-a811-4965-9d0a-b88059080fed"/>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DateTaken" minOccurs="0"/>
                <xsd:element ref="ns2:MediaServiceOCR"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1d41a3b-f33d-4db6-b532-757106a7a2a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LengthInSeconds" ma:index="19" nillable="true" ma:displayName="Length (seconds)" ma:internalName="MediaLengthInSeconds" ma:readOnly="true">
      <xsd:simpleType>
        <xsd:restriction base="dms:Unknown"/>
      </xsd:simpleType>
    </xsd:element>
    <xsd:element name="lcf76f155ced4ddcb4097134ff3c332f" ma:index="21" nillable="true" ma:taxonomy="true" ma:internalName="lcf76f155ced4ddcb4097134ff3c332f" ma:taxonomyFieldName="MediaServiceImageTags" ma:displayName="Afbeeldingtags" ma:readOnly="false" ma:fieldId="{5cf76f15-5ced-4ddc-b409-7134ff3c332f}" ma:taxonomyMulti="true" ma:sspId="8b6fc0cd-01fe-45a4-a6f7-42bcc5426b5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f25a9bf-a811-4965-9d0a-b88059080fed" elementFormDefault="qualified">
    <xsd:import namespace="http://schemas.microsoft.com/office/2006/documentManagement/types"/>
    <xsd:import namespace="http://schemas.microsoft.com/office/infopath/2007/PartnerControls"/>
    <xsd:element name="SharedWithUsers" ma:index="17"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Gedeeld met details" ma:internalName="SharedWithDetails" ma:readOnly="true">
      <xsd:simpleType>
        <xsd:restriction base="dms:Note">
          <xsd:maxLength value="255"/>
        </xsd:restriction>
      </xsd:simpleType>
    </xsd:element>
    <xsd:element name="TaxCatchAll" ma:index="22" nillable="true" ma:displayName="Taxonomy Catch All Column" ma:hidden="true" ma:list="{055f8838-efd9-4f0c-8182-7a796d537cb6}" ma:internalName="TaxCatchAll" ma:showField="CatchAllData" ma:web="bf25a9bf-a811-4965-9d0a-b88059080fe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EE9034D-0B43-4AB0-9535-9A62DB37A999}">
  <ds:schemaRefs>
    <ds:schemaRef ds:uri="http://www.w3.org/XML/1998/namespace"/>
    <ds:schemaRef ds:uri="81d41a3b-f33d-4db6-b532-757106a7a2ae"/>
    <ds:schemaRef ds:uri="http://purl.org/dc/dcmitype/"/>
    <ds:schemaRef ds:uri="http://purl.org/dc/elements/1.1/"/>
    <ds:schemaRef ds:uri="http://schemas.microsoft.com/office/2006/documentManagement/types"/>
    <ds:schemaRef ds:uri="bf25a9bf-a811-4965-9d0a-b88059080fed"/>
    <ds:schemaRef ds:uri="http://purl.org/dc/terms/"/>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2.xml><?xml version="1.0" encoding="utf-8"?>
<ds:datastoreItem xmlns:ds="http://schemas.openxmlformats.org/officeDocument/2006/customXml" ds:itemID="{263A7949-1B93-457F-8888-53CC8A016F77}">
  <ds:schemaRefs>
    <ds:schemaRef ds:uri="http://schemas.microsoft.com/sharepoint/v3/contenttype/forms"/>
  </ds:schemaRefs>
</ds:datastoreItem>
</file>

<file path=customXml/itemProps3.xml><?xml version="1.0" encoding="utf-8"?>
<ds:datastoreItem xmlns:ds="http://schemas.openxmlformats.org/officeDocument/2006/customXml" ds:itemID="{2A270F01-48F1-4A41-8E26-ACAC6689696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1d41a3b-f33d-4db6-b532-757106a7a2ae"/>
    <ds:schemaRef ds:uri="bf25a9bf-a811-4965-9d0a-b88059080fe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261</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0</vt:i4>
      </vt:variant>
    </vt:vector>
  </HeadingPairs>
  <TitlesOfParts>
    <vt:vector size="3" baseType="lpstr">
      <vt:lpstr>Arial</vt:lpstr>
      <vt:lpstr>Calibri</vt:lpstr>
      <vt:lpstr>KULeuvenThema600jaar</vt:lpstr>
    </vt:vector>
  </TitlesOfParts>
  <Manager/>
  <Company>KULeuven</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subject/>
  <dc:creator>jan.genoe@kuleuven.be</dc:creator>
  <cp:keywords/>
  <dc:description/>
  <cp:lastModifiedBy>Jan Genoe</cp:lastModifiedBy>
  <cp:revision>17</cp:revision>
  <dcterms:created xsi:type="dcterms:W3CDTF">2017-06-28T07:18:12Z</dcterms:created>
  <dcterms:modified xsi:type="dcterms:W3CDTF">2025-10-11T17:51:24Z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0x010100B8C495A181F81B4C9DE5AD85CD0F70D4</vt:lpwstr>
  </property>
  <property fmtid="{D5CDD505-2E9C-101B-9397-08002B2CF9AE}" pid="3" name="MediaServiceImageTags">
    <vt:lpwstr/>
  </property>
  <property fmtid="{D5CDD505-2E9C-101B-9397-08002B2CF9AE}" pid="4" name="MSIP_Label_f0eba32c-0974-4663-a3a1-3cd8c30938e9_Enabled">
    <vt:lpwstr>true</vt:lpwstr>
  </property>
  <property fmtid="{D5CDD505-2E9C-101B-9397-08002B2CF9AE}" pid="5" name="MSIP_Label_f0eba32c-0974-4663-a3a1-3cd8c30938e9_SetDate">
    <vt:lpwstr>2025-09-20T11:19:19Z</vt:lpwstr>
  </property>
  <property fmtid="{D5CDD505-2E9C-101B-9397-08002B2CF9AE}" pid="6" name="MSIP_Label_f0eba32c-0974-4663-a3a1-3cd8c30938e9_Method">
    <vt:lpwstr>Privileged</vt:lpwstr>
  </property>
  <property fmtid="{D5CDD505-2E9C-101B-9397-08002B2CF9AE}" pid="7" name="MSIP_Label_f0eba32c-0974-4663-a3a1-3cd8c30938e9_Name">
    <vt:lpwstr>Public - General - Unmarked</vt:lpwstr>
  </property>
  <property fmtid="{D5CDD505-2E9C-101B-9397-08002B2CF9AE}" pid="8" name="MSIP_Label_f0eba32c-0974-4663-a3a1-3cd8c30938e9_SiteId">
    <vt:lpwstr>a72d5a72-25ee-40f0-9bd1-067cb5b770d4</vt:lpwstr>
  </property>
  <property fmtid="{D5CDD505-2E9C-101B-9397-08002B2CF9AE}" pid="9" name="MSIP_Label_f0eba32c-0974-4663-a3a1-3cd8c30938e9_ActionId">
    <vt:lpwstr>9a0ea56e-4970-4b94-8005-5d7be7d11852</vt:lpwstr>
  </property>
  <property fmtid="{D5CDD505-2E9C-101B-9397-08002B2CF9AE}" pid="10" name="MSIP_Label_f0eba32c-0974-4663-a3a1-3cd8c30938e9_ContentBits">
    <vt:lpwstr>0</vt:lpwstr>
  </property>
  <property fmtid="{D5CDD505-2E9C-101B-9397-08002B2CF9AE}" pid="11" name="MSIP_Label_f0eba32c-0974-4663-a3a1-3cd8c30938e9_Tag">
    <vt:lpwstr>10, 0, 1, 1</vt:lpwstr>
  </property>
</Properties>
</file>