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Inverter of Buck-Boost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voor een omgekeerde spanning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 Inverter of Buck-Boost Converter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Buck-Boost Converter schema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643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