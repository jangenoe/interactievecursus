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Boost Converter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Schakelende voeding voor een hogere spanning te bekomen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Februari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# Boost Converter of Step-up Converter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480" y="539496"/>
            <a:ext cx="755904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