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voor een hogere spanning te bekomen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 Boost Converter of Step-up Converter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539496"/>
            <a:ext cx="75590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