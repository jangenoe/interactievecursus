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5"/>
  </p:notesMasterIdLst>
  <p:handoutMasterIdLst>
    <p:handoutMasterId r:id="rId6"/>
  </p:handout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 id="274" r:id="rId31"/>
    <p:sldId id="275" r:id="rId32"/>
    <p:sldId id="276" r:id="rId33"/>
    <p:sldId id="277" r:id="rId34"/>
    <p:sldId id="278" r:id="rId35"/>
    <p:sldId id="279" r:id="rId36"/>
    <p:sldId id="280" r:id="rId37"/>
    <p:sldId id="281" r:id="rId38"/>
    <p:sldId id="282" r:id="rId39"/>
    <p:sldId id="283" r:id="rId40"/>
    <p:sldId id="284" r:id="rId41"/>
    <p:sldId id="285" r:id="rId42"/>
    <p:sldId id="286" r:id="rId43"/>
    <p:sldId id="287" r:id="rId44"/>
    <p:sldId id="288" r:id="rId45"/>
    <p:sldId id="289" r:id="rId46"/>
    <p:sldId id="290" r:id="rId47"/>
    <p:sldId id="291" r:id="rId48"/>
    <p:sldId id="292" r:id="rId49"/>
    <p:sldId id="293" r:id="rId50"/>
    <p:sldId id="294" r:id="rId51"/>
    <p:sldId id="295" r:id="rId52"/>
    <p:sldId id="296" r:id="rId53"/>
    <p:sldId id="297" r:id="rId54"/>
    <p:sldId id="298" r:id="rId55"/>
    <p:sldId id="299" r:id="rId56"/>
    <p:sldId id="300" r:id="rId57"/>
    <p:sldId id="301" r:id="rId58"/>
    <p:sldId id="302" r:id="rId59"/>
    <p:sldId id="303" r:id="rId60"/>
    <p:sldId id="304" r:id="rId61"/>
    <p:sldId id="305" r:id="rId62"/>
    <p:sldId id="306" r:id="rId63"/>
    <p:sldId id="307" r:id="rId64"/>
    <p:sldId id="308" r:id="rId65"/>
    <p:sldId id="309" r:id="rId66"/>
    <p:sldId id="310" r:id="rId67"/>
    <p:sldId id="311" r:id="rId68"/>
    <p:sldId id="312" r:id="rId69"/>
    <p:sldId id="313" r:id="rId70"/>
    <p:sldId id="314" r:id="rId71"/>
    <p:sldId id="315" r:id="rId72"/>
    <p:sldId id="316" r:id="rId73"/>
    <p:sldId id="317" r:id="rId74"/>
    <p:sldId id="318" r:id="rId75"/>
    <p:sldId id="319" r:id="rId76"/>
    <p:sldId id="320" r:id="rId77"/>
    <p:sldId id="321" r:id="rId78"/>
    <p:sldId id="322" r:id="rId79"/>
    <p:sldId id="323" r:id="rId80"/>
    <p:sldId id="324" r:id="rId81"/>
    <p:sldId id="325" r:id="rId82"/>
    <p:sldId id="326" r:id="rId83"/>
    <p:sldId id="327" r:id="rId84"/>
    <p:sldId id="328" r:id="rId85"/>
    <p:sldId id="329" r:id="rId86"/>
    <p:sldId id="330" r:id="rId87"/>
    <p:sldId id="331" r:id="rId88"/>
    <p:sldId id="332" r:id="rId89"/>
    <p:sldId id="333" r:id="rId90"/>
    <p:sldId id="334" r:id="rId91"/>
    <p:sldId id="335" r:id="rId92"/>
    <p:sldId id="336" r:id="rId93"/>
    <p:sldId id="337" r:id="rId94"/>
    <p:sldId id="338" r:id="rId95"/>
    <p:sldId id="339" r:id="rId96"/>
    <p:sldId id="340" r:id="rId97"/>
    <p:sldId id="341" r:id="rId98"/>
    <p:sldId id="342" r:id="rId99"/>
    <p:sldId id="343" r:id="rId100"/>
    <p:sldId id="344" r:id="rId101"/>
    <p:sldId id="345" r:id="rId102"/>
    <p:sldId id="346" r:id="rId103"/>
    <p:sldId id="347" r:id="rId104"/>
    <p:sldId id="348" r:id="rId105"/>
    <p:sldId id="349" r:id="rId106"/>
    <p:sldId id="350" r:id="rId107"/>
  </p:sldIdLst>
  <p:sldSz cx="12192000" cy="6858000"/>
  <p:notesSz cx="6858000" cy="9144000"/>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1D41"/>
    <a:srgbClr val="00407A"/>
    <a:srgbClr val="00417E"/>
    <a:srgbClr val="CCD9E5"/>
    <a:srgbClr val="1D8DB0"/>
    <a:srgbClr val="2F4D5D"/>
    <a:srgbClr val="DCE7F0"/>
    <a:srgbClr val="005E7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545133F-5F20-694B-80A0-FFA82CA13C3D}" v="6" dt="2025-01-15T14:53:06.62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276" autoAdjust="0"/>
    <p:restoredTop sz="94635"/>
  </p:normalViewPr>
  <p:slideViewPr>
    <p:cSldViewPr snapToGrid="0">
      <p:cViewPr>
        <p:scale>
          <a:sx n="100" d="100"/>
          <a:sy n="100" d="100"/>
        </p:scale>
        <p:origin x="2008" y="592"/>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handoutMaster" Target="handoutMasters/handout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 Id="rId11" Type="http://schemas.microsoft.com/office/2016/11/relationships/changesInfo" Target="changesInfos/changesInfo1.xml"/><Relationship Id="rId12" Type="http://schemas.microsoft.com/office/2015/10/relationships/revisionInfo" Target="revisionInfo.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slide" Target="slides/slide19.xml"/><Relationship Id="rId32" Type="http://schemas.openxmlformats.org/officeDocument/2006/relationships/slide" Target="slides/slide20.xml"/><Relationship Id="rId33" Type="http://schemas.openxmlformats.org/officeDocument/2006/relationships/slide" Target="slides/slide21.xml"/><Relationship Id="rId34" Type="http://schemas.openxmlformats.org/officeDocument/2006/relationships/slide" Target="slides/slide22.xml"/><Relationship Id="rId35" Type="http://schemas.openxmlformats.org/officeDocument/2006/relationships/slide" Target="slides/slide23.xml"/><Relationship Id="rId36" Type="http://schemas.openxmlformats.org/officeDocument/2006/relationships/slide" Target="slides/slide24.xml"/><Relationship Id="rId37" Type="http://schemas.openxmlformats.org/officeDocument/2006/relationships/slide" Target="slides/slide25.xml"/><Relationship Id="rId38" Type="http://schemas.openxmlformats.org/officeDocument/2006/relationships/slide" Target="slides/slide26.xml"/><Relationship Id="rId39" Type="http://schemas.openxmlformats.org/officeDocument/2006/relationships/slide" Target="slides/slide27.xml"/><Relationship Id="rId40" Type="http://schemas.openxmlformats.org/officeDocument/2006/relationships/slide" Target="slides/slide28.xml"/><Relationship Id="rId41" Type="http://schemas.openxmlformats.org/officeDocument/2006/relationships/slide" Target="slides/slide29.xml"/><Relationship Id="rId42" Type="http://schemas.openxmlformats.org/officeDocument/2006/relationships/slide" Target="slides/slide30.xml"/><Relationship Id="rId43" Type="http://schemas.openxmlformats.org/officeDocument/2006/relationships/slide" Target="slides/slide31.xml"/><Relationship Id="rId44" Type="http://schemas.openxmlformats.org/officeDocument/2006/relationships/slide" Target="slides/slide32.xml"/><Relationship Id="rId45" Type="http://schemas.openxmlformats.org/officeDocument/2006/relationships/slide" Target="slides/slide33.xml"/><Relationship Id="rId46" Type="http://schemas.openxmlformats.org/officeDocument/2006/relationships/slide" Target="slides/slide34.xml"/><Relationship Id="rId47" Type="http://schemas.openxmlformats.org/officeDocument/2006/relationships/slide" Target="slides/slide35.xml"/><Relationship Id="rId48" Type="http://schemas.openxmlformats.org/officeDocument/2006/relationships/slide" Target="slides/slide36.xml"/><Relationship Id="rId49" Type="http://schemas.openxmlformats.org/officeDocument/2006/relationships/slide" Target="slides/slide37.xml"/><Relationship Id="rId50" Type="http://schemas.openxmlformats.org/officeDocument/2006/relationships/slide" Target="slides/slide38.xml"/><Relationship Id="rId51" Type="http://schemas.openxmlformats.org/officeDocument/2006/relationships/slide" Target="slides/slide39.xml"/><Relationship Id="rId52" Type="http://schemas.openxmlformats.org/officeDocument/2006/relationships/slide" Target="slides/slide40.xml"/><Relationship Id="rId53" Type="http://schemas.openxmlformats.org/officeDocument/2006/relationships/slide" Target="slides/slide41.xml"/><Relationship Id="rId54" Type="http://schemas.openxmlformats.org/officeDocument/2006/relationships/slide" Target="slides/slide42.xml"/><Relationship Id="rId55" Type="http://schemas.openxmlformats.org/officeDocument/2006/relationships/slide" Target="slides/slide43.xml"/><Relationship Id="rId56" Type="http://schemas.openxmlformats.org/officeDocument/2006/relationships/slide" Target="slides/slide44.xml"/><Relationship Id="rId57" Type="http://schemas.openxmlformats.org/officeDocument/2006/relationships/slide" Target="slides/slide45.xml"/><Relationship Id="rId58" Type="http://schemas.openxmlformats.org/officeDocument/2006/relationships/slide" Target="slides/slide46.xml"/><Relationship Id="rId59" Type="http://schemas.openxmlformats.org/officeDocument/2006/relationships/slide" Target="slides/slide47.xml"/><Relationship Id="rId60" Type="http://schemas.openxmlformats.org/officeDocument/2006/relationships/slide" Target="slides/slide48.xml"/><Relationship Id="rId61" Type="http://schemas.openxmlformats.org/officeDocument/2006/relationships/slide" Target="slides/slide49.xml"/><Relationship Id="rId62" Type="http://schemas.openxmlformats.org/officeDocument/2006/relationships/slide" Target="slides/slide50.xml"/><Relationship Id="rId63" Type="http://schemas.openxmlformats.org/officeDocument/2006/relationships/slide" Target="slides/slide51.xml"/><Relationship Id="rId64" Type="http://schemas.openxmlformats.org/officeDocument/2006/relationships/slide" Target="slides/slide52.xml"/><Relationship Id="rId65" Type="http://schemas.openxmlformats.org/officeDocument/2006/relationships/slide" Target="slides/slide53.xml"/><Relationship Id="rId66" Type="http://schemas.openxmlformats.org/officeDocument/2006/relationships/slide" Target="slides/slide54.xml"/><Relationship Id="rId67" Type="http://schemas.openxmlformats.org/officeDocument/2006/relationships/slide" Target="slides/slide55.xml"/><Relationship Id="rId68" Type="http://schemas.openxmlformats.org/officeDocument/2006/relationships/slide" Target="slides/slide56.xml"/><Relationship Id="rId69" Type="http://schemas.openxmlformats.org/officeDocument/2006/relationships/slide" Target="slides/slide57.xml"/><Relationship Id="rId70" Type="http://schemas.openxmlformats.org/officeDocument/2006/relationships/slide" Target="slides/slide58.xml"/><Relationship Id="rId71" Type="http://schemas.openxmlformats.org/officeDocument/2006/relationships/slide" Target="slides/slide59.xml"/><Relationship Id="rId72" Type="http://schemas.openxmlformats.org/officeDocument/2006/relationships/slide" Target="slides/slide60.xml"/><Relationship Id="rId73" Type="http://schemas.openxmlformats.org/officeDocument/2006/relationships/slide" Target="slides/slide61.xml"/><Relationship Id="rId74" Type="http://schemas.openxmlformats.org/officeDocument/2006/relationships/slide" Target="slides/slide62.xml"/><Relationship Id="rId75" Type="http://schemas.openxmlformats.org/officeDocument/2006/relationships/slide" Target="slides/slide63.xml"/><Relationship Id="rId76" Type="http://schemas.openxmlformats.org/officeDocument/2006/relationships/slide" Target="slides/slide64.xml"/><Relationship Id="rId77" Type="http://schemas.openxmlformats.org/officeDocument/2006/relationships/slide" Target="slides/slide65.xml"/><Relationship Id="rId78" Type="http://schemas.openxmlformats.org/officeDocument/2006/relationships/slide" Target="slides/slide66.xml"/><Relationship Id="rId79" Type="http://schemas.openxmlformats.org/officeDocument/2006/relationships/slide" Target="slides/slide67.xml"/><Relationship Id="rId80" Type="http://schemas.openxmlformats.org/officeDocument/2006/relationships/slide" Target="slides/slide68.xml"/><Relationship Id="rId81" Type="http://schemas.openxmlformats.org/officeDocument/2006/relationships/slide" Target="slides/slide69.xml"/><Relationship Id="rId82" Type="http://schemas.openxmlformats.org/officeDocument/2006/relationships/slide" Target="slides/slide70.xml"/><Relationship Id="rId83" Type="http://schemas.openxmlformats.org/officeDocument/2006/relationships/slide" Target="slides/slide71.xml"/><Relationship Id="rId84" Type="http://schemas.openxmlformats.org/officeDocument/2006/relationships/slide" Target="slides/slide72.xml"/><Relationship Id="rId85" Type="http://schemas.openxmlformats.org/officeDocument/2006/relationships/slide" Target="slides/slide73.xml"/><Relationship Id="rId86" Type="http://schemas.openxmlformats.org/officeDocument/2006/relationships/slide" Target="slides/slide74.xml"/><Relationship Id="rId87" Type="http://schemas.openxmlformats.org/officeDocument/2006/relationships/slide" Target="slides/slide75.xml"/><Relationship Id="rId88" Type="http://schemas.openxmlformats.org/officeDocument/2006/relationships/slide" Target="slides/slide76.xml"/><Relationship Id="rId89" Type="http://schemas.openxmlformats.org/officeDocument/2006/relationships/slide" Target="slides/slide77.xml"/><Relationship Id="rId90" Type="http://schemas.openxmlformats.org/officeDocument/2006/relationships/slide" Target="slides/slide78.xml"/><Relationship Id="rId91" Type="http://schemas.openxmlformats.org/officeDocument/2006/relationships/slide" Target="slides/slide79.xml"/><Relationship Id="rId92" Type="http://schemas.openxmlformats.org/officeDocument/2006/relationships/slide" Target="slides/slide80.xml"/><Relationship Id="rId93" Type="http://schemas.openxmlformats.org/officeDocument/2006/relationships/slide" Target="slides/slide81.xml"/><Relationship Id="rId94" Type="http://schemas.openxmlformats.org/officeDocument/2006/relationships/slide" Target="slides/slide82.xml"/><Relationship Id="rId95" Type="http://schemas.openxmlformats.org/officeDocument/2006/relationships/slide" Target="slides/slide83.xml"/><Relationship Id="rId96" Type="http://schemas.openxmlformats.org/officeDocument/2006/relationships/slide" Target="slides/slide84.xml"/><Relationship Id="rId97" Type="http://schemas.openxmlformats.org/officeDocument/2006/relationships/slide" Target="slides/slide85.xml"/><Relationship Id="rId98" Type="http://schemas.openxmlformats.org/officeDocument/2006/relationships/slide" Target="slides/slide86.xml"/><Relationship Id="rId99" Type="http://schemas.openxmlformats.org/officeDocument/2006/relationships/slide" Target="slides/slide87.xml"/><Relationship Id="rId100" Type="http://schemas.openxmlformats.org/officeDocument/2006/relationships/slide" Target="slides/slide88.xml"/><Relationship Id="rId101" Type="http://schemas.openxmlformats.org/officeDocument/2006/relationships/slide" Target="slides/slide89.xml"/><Relationship Id="rId102" Type="http://schemas.openxmlformats.org/officeDocument/2006/relationships/slide" Target="slides/slide90.xml"/><Relationship Id="rId103" Type="http://schemas.openxmlformats.org/officeDocument/2006/relationships/slide" Target="slides/slide91.xml"/><Relationship Id="rId104" Type="http://schemas.openxmlformats.org/officeDocument/2006/relationships/slide" Target="slides/slide92.xml"/><Relationship Id="rId105" Type="http://schemas.openxmlformats.org/officeDocument/2006/relationships/slide" Target="slides/slide93.xml"/><Relationship Id="rId106" Type="http://schemas.openxmlformats.org/officeDocument/2006/relationships/slide" Target="slides/slide94.xml"/><Relationship Id="rId107" Type="http://schemas.openxmlformats.org/officeDocument/2006/relationships/slide" Target="slides/slide9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rel Titeca" userId="e309ecbf-1eb1-4781-a08b-88c329732184" providerId="ADAL" clId="{E21B21D8-D0A4-3F40-8E97-8C10D55D8AD9}"/>
    <pc:docChg chg="undo custSel addSld delSld modSld modMainMaster">
      <pc:chgData name="Karel Titeca" userId="e309ecbf-1eb1-4781-a08b-88c329732184" providerId="ADAL" clId="{E21B21D8-D0A4-3F40-8E97-8C10D55D8AD9}" dt="2025-01-10T09:12:25.370" v="82" actId="2696"/>
      <pc:docMkLst>
        <pc:docMk/>
      </pc:docMkLst>
      <pc:sldChg chg="del">
        <pc:chgData name="Karel Titeca" userId="e309ecbf-1eb1-4781-a08b-88c329732184" providerId="ADAL" clId="{E21B21D8-D0A4-3F40-8E97-8C10D55D8AD9}" dt="2025-01-09T13:35:50.278" v="48" actId="2696"/>
        <pc:sldMkLst>
          <pc:docMk/>
          <pc:sldMk cId="1271260813" sldId="267"/>
        </pc:sldMkLst>
      </pc:sldChg>
      <pc:sldChg chg="del setBg">
        <pc:chgData name="Karel Titeca" userId="e309ecbf-1eb1-4781-a08b-88c329732184" providerId="ADAL" clId="{E21B21D8-D0A4-3F40-8E97-8C10D55D8AD9}" dt="2025-01-09T13:35:50.278" v="48" actId="2696"/>
        <pc:sldMkLst>
          <pc:docMk/>
          <pc:sldMk cId="508426678" sldId="271"/>
        </pc:sldMkLst>
      </pc:sldChg>
      <pc:sldChg chg="addSp delSp modSp mod chgLayout">
        <pc:chgData name="Karel Titeca" userId="e309ecbf-1eb1-4781-a08b-88c329732184" providerId="ADAL" clId="{E21B21D8-D0A4-3F40-8E97-8C10D55D8AD9}" dt="2025-01-10T09:08:36.639" v="78" actId="931"/>
        <pc:sldMkLst>
          <pc:docMk/>
          <pc:sldMk cId="1969548842" sldId="272"/>
        </pc:sldMkLst>
        <pc:spChg chg="add mod ord">
          <ac:chgData name="Karel Titeca" userId="e309ecbf-1eb1-4781-a08b-88c329732184" providerId="ADAL" clId="{E21B21D8-D0A4-3F40-8E97-8C10D55D8AD9}" dt="2025-01-09T13:41:41.789" v="74" actId="700"/>
          <ac:spMkLst>
            <pc:docMk/>
            <pc:sldMk cId="1969548842" sldId="272"/>
            <ac:spMk id="21" creationId="{DF82E9FA-B200-B169-064F-EF43B636FD1A}"/>
          </ac:spMkLst>
        </pc:spChg>
        <pc:picChg chg="add mod">
          <ac:chgData name="Karel Titeca" userId="e309ecbf-1eb1-4781-a08b-88c329732184" providerId="ADAL" clId="{E21B21D8-D0A4-3F40-8E97-8C10D55D8AD9}" dt="2025-01-10T09:08:36.639" v="78" actId="931"/>
          <ac:picMkLst>
            <pc:docMk/>
            <pc:sldMk cId="1969548842" sldId="272"/>
            <ac:picMk id="5" creationId="{8A6B8130-7EF4-8DFD-935B-5EAA169EE541}"/>
          </ac:picMkLst>
        </pc:picChg>
      </pc:sldChg>
      <pc:sldChg chg="del setBg">
        <pc:chgData name="Karel Titeca" userId="e309ecbf-1eb1-4781-a08b-88c329732184" providerId="ADAL" clId="{E21B21D8-D0A4-3F40-8E97-8C10D55D8AD9}" dt="2025-01-09T13:35:50.278" v="48" actId="2696"/>
        <pc:sldMkLst>
          <pc:docMk/>
          <pc:sldMk cId="615588416" sldId="273"/>
        </pc:sldMkLst>
      </pc:sldChg>
      <pc:sldChg chg="new del">
        <pc:chgData name="Karel Titeca" userId="e309ecbf-1eb1-4781-a08b-88c329732184" providerId="ADAL" clId="{E21B21D8-D0A4-3F40-8E97-8C10D55D8AD9}" dt="2025-01-10T09:12:25.370" v="82" actId="2696"/>
        <pc:sldMkLst>
          <pc:docMk/>
          <pc:sldMk cId="3841677715" sldId="273"/>
        </pc:sldMkLst>
      </pc:sldChg>
      <pc:sldChg chg="new del">
        <pc:chgData name="Karel Titeca" userId="e309ecbf-1eb1-4781-a08b-88c329732184" providerId="ADAL" clId="{E21B21D8-D0A4-3F40-8E97-8C10D55D8AD9}" dt="2025-01-10T09:12:22.787" v="81" actId="2696"/>
        <pc:sldMkLst>
          <pc:docMk/>
          <pc:sldMk cId="682381677" sldId="274"/>
        </pc:sldMkLst>
      </pc:sldChg>
      <pc:sldChg chg="del">
        <pc:chgData name="Karel Titeca" userId="e309ecbf-1eb1-4781-a08b-88c329732184" providerId="ADAL" clId="{E21B21D8-D0A4-3F40-8E97-8C10D55D8AD9}" dt="2025-01-09T13:35:50.278" v="48" actId="2696"/>
        <pc:sldMkLst>
          <pc:docMk/>
          <pc:sldMk cId="4262873472" sldId="274"/>
        </pc:sldMkLst>
      </pc:sldChg>
      <pc:sldChg chg="del">
        <pc:chgData name="Karel Titeca" userId="e309ecbf-1eb1-4781-a08b-88c329732184" providerId="ADAL" clId="{E21B21D8-D0A4-3F40-8E97-8C10D55D8AD9}" dt="2025-01-09T13:35:50.278" v="48" actId="2696"/>
        <pc:sldMkLst>
          <pc:docMk/>
          <pc:sldMk cId="1688863856" sldId="275"/>
        </pc:sldMkLst>
      </pc:sldChg>
      <pc:sldChg chg="del">
        <pc:chgData name="Karel Titeca" userId="e309ecbf-1eb1-4781-a08b-88c329732184" providerId="ADAL" clId="{E21B21D8-D0A4-3F40-8E97-8C10D55D8AD9}" dt="2025-01-09T13:35:50.278" v="48" actId="2696"/>
        <pc:sldMkLst>
          <pc:docMk/>
          <pc:sldMk cId="1642340622" sldId="276"/>
        </pc:sldMkLst>
      </pc:sldChg>
      <pc:sldMasterChg chg="modSldLayout">
        <pc:chgData name="Karel Titeca" userId="e309ecbf-1eb1-4781-a08b-88c329732184" providerId="ADAL" clId="{E21B21D8-D0A4-3F40-8E97-8C10D55D8AD9}" dt="2025-01-09T13:36:45.927" v="56"/>
        <pc:sldMasterMkLst>
          <pc:docMk/>
          <pc:sldMasterMk cId="463755981" sldId="2147483648"/>
        </pc:sldMasterMkLst>
        <pc:sldLayoutChg chg="addSp delSp modSp mod setBg">
          <pc:chgData name="Karel Titeca" userId="e309ecbf-1eb1-4781-a08b-88c329732184" providerId="ADAL" clId="{E21B21D8-D0A4-3F40-8E97-8C10D55D8AD9}" dt="2025-01-09T13:36:45.927" v="56"/>
          <pc:sldLayoutMkLst>
            <pc:docMk/>
            <pc:sldMasterMk cId="463755981" sldId="2147483648"/>
            <pc:sldLayoutMk cId="2102180824" sldId="2147483650"/>
          </pc:sldLayoutMkLst>
        </pc:sldLayoutChg>
        <pc:sldLayoutChg chg="addSp delSp modSp mod setBg">
          <pc:chgData name="Karel Titeca" userId="e309ecbf-1eb1-4781-a08b-88c329732184" providerId="ADAL" clId="{E21B21D8-D0A4-3F40-8E97-8C10D55D8AD9}" dt="2025-01-09T13:36:39.816" v="53"/>
          <pc:sldLayoutMkLst>
            <pc:docMk/>
            <pc:sldMasterMk cId="463755981" sldId="2147483648"/>
            <pc:sldLayoutMk cId="955606081" sldId="2147483666"/>
          </pc:sldLayoutMkLst>
        </pc:sldLayoutChg>
      </pc:sldMasterChg>
    </pc:docChg>
  </pc:docChgLst>
  <pc:docChgLst>
    <pc:chgData name="Machteld Van den Neste" userId="8615916f-9347-4b42-93ba-e5bd1dd13089" providerId="ADAL" clId="{61B0EDAE-C254-4FB6-99BB-9B6D44090C99}"/>
    <pc:docChg chg="undo custSel addSld delSld modSld modMainMaster">
      <pc:chgData name="Machteld Van den Neste" userId="8615916f-9347-4b42-93ba-e5bd1dd13089" providerId="ADAL" clId="{61B0EDAE-C254-4FB6-99BB-9B6D44090C99}" dt="2025-01-02T09:47:30.990" v="249" actId="478"/>
      <pc:docMkLst>
        <pc:docMk/>
      </pc:docMkLst>
      <pc:sldChg chg="modSp del">
        <pc:chgData name="Machteld Van den Neste" userId="8615916f-9347-4b42-93ba-e5bd1dd13089" providerId="ADAL" clId="{61B0EDAE-C254-4FB6-99BB-9B6D44090C99}" dt="2025-01-02T08:50:25.549" v="47" actId="47"/>
        <pc:sldMkLst>
          <pc:docMk/>
          <pc:sldMk cId="377603362" sldId="256"/>
        </pc:sldMkLst>
      </pc:sldChg>
      <pc:sldChg chg="del">
        <pc:chgData name="Machteld Van den Neste" userId="8615916f-9347-4b42-93ba-e5bd1dd13089" providerId="ADAL" clId="{61B0EDAE-C254-4FB6-99BB-9B6D44090C99}" dt="2025-01-02T08:57:21.143" v="72" actId="47"/>
        <pc:sldMkLst>
          <pc:docMk/>
          <pc:sldMk cId="375218072" sldId="258"/>
        </pc:sldMkLst>
      </pc:sldChg>
      <pc:sldChg chg="del">
        <pc:chgData name="Machteld Van den Neste" userId="8615916f-9347-4b42-93ba-e5bd1dd13089" providerId="ADAL" clId="{61B0EDAE-C254-4FB6-99BB-9B6D44090C99}" dt="2025-01-02T09:06:42.738" v="121" actId="47"/>
        <pc:sldMkLst>
          <pc:docMk/>
          <pc:sldMk cId="532101724" sldId="268"/>
        </pc:sldMkLst>
      </pc:sldChg>
      <pc:sldChg chg="del">
        <pc:chgData name="Machteld Van den Neste" userId="8615916f-9347-4b42-93ba-e5bd1dd13089" providerId="ADAL" clId="{61B0EDAE-C254-4FB6-99BB-9B6D44090C99}" dt="2025-01-02T09:04:56.634" v="115" actId="47"/>
        <pc:sldMkLst>
          <pc:docMk/>
          <pc:sldMk cId="2409383368" sldId="269"/>
        </pc:sldMkLst>
      </pc:sldChg>
      <pc:sldChg chg="delSp modSp del mod">
        <pc:chgData name="Machteld Van den Neste" userId="8615916f-9347-4b42-93ba-e5bd1dd13089" providerId="ADAL" clId="{61B0EDAE-C254-4FB6-99BB-9B6D44090C99}" dt="2025-01-02T09:11:32.260" v="143" actId="47"/>
        <pc:sldMkLst>
          <pc:docMk/>
          <pc:sldMk cId="1603027037" sldId="270"/>
        </pc:sldMkLst>
      </pc:sldChg>
      <pc:sldChg chg="addSp delSp modSp new del mod">
        <pc:chgData name="Machteld Van den Neste" userId="8615916f-9347-4b42-93ba-e5bd1dd13089" providerId="ADAL" clId="{61B0EDAE-C254-4FB6-99BB-9B6D44090C99}" dt="2025-01-02T08:57:19.268" v="71" actId="47"/>
        <pc:sldMkLst>
          <pc:docMk/>
          <pc:sldMk cId="1107228455" sldId="272"/>
        </pc:sldMkLst>
      </pc:sldChg>
      <pc:sldChg chg="addSp delSp modSp new del mod setBg">
        <pc:chgData name="Machteld Van den Neste" userId="8615916f-9347-4b42-93ba-e5bd1dd13089" providerId="ADAL" clId="{61B0EDAE-C254-4FB6-99BB-9B6D44090C99}" dt="2025-01-02T08:48:49.262" v="39" actId="47"/>
        <pc:sldMkLst>
          <pc:docMk/>
          <pc:sldMk cId="1433282686" sldId="272"/>
        </pc:sldMkLst>
      </pc:sldChg>
      <pc:sldChg chg="addSp delSp modSp new mod">
        <pc:chgData name="Machteld Van den Neste" userId="8615916f-9347-4b42-93ba-e5bd1dd13089" providerId="ADAL" clId="{61B0EDAE-C254-4FB6-99BB-9B6D44090C99}" dt="2025-01-02T09:47:27.477" v="248" actId="478"/>
        <pc:sldMkLst>
          <pc:docMk/>
          <pc:sldMk cId="1969548842" sldId="272"/>
        </pc:sldMkLst>
      </pc:sldChg>
      <pc:sldChg chg="new">
        <pc:chgData name="Machteld Van den Neste" userId="8615916f-9347-4b42-93ba-e5bd1dd13089" providerId="ADAL" clId="{61B0EDAE-C254-4FB6-99BB-9B6D44090C99}" dt="2025-01-02T08:57:34.417" v="74" actId="680"/>
        <pc:sldMkLst>
          <pc:docMk/>
          <pc:sldMk cId="615588416" sldId="273"/>
        </pc:sldMkLst>
      </pc:sldChg>
      <pc:sldChg chg="new">
        <pc:chgData name="Machteld Van den Neste" userId="8615916f-9347-4b42-93ba-e5bd1dd13089" providerId="ADAL" clId="{61B0EDAE-C254-4FB6-99BB-9B6D44090C99}" dt="2025-01-02T09:05:02.753" v="116" actId="680"/>
        <pc:sldMkLst>
          <pc:docMk/>
          <pc:sldMk cId="4262873472" sldId="274"/>
        </pc:sldMkLst>
      </pc:sldChg>
      <pc:sldChg chg="new">
        <pc:chgData name="Machteld Van den Neste" userId="8615916f-9347-4b42-93ba-e5bd1dd13089" providerId="ADAL" clId="{61B0EDAE-C254-4FB6-99BB-9B6D44090C99}" dt="2025-01-02T09:06:48.676" v="122" actId="680"/>
        <pc:sldMkLst>
          <pc:docMk/>
          <pc:sldMk cId="1688863856" sldId="275"/>
        </pc:sldMkLst>
      </pc:sldChg>
      <pc:sldChg chg="addSp delSp modSp new del mod setBg">
        <pc:chgData name="Machteld Van den Neste" userId="8615916f-9347-4b42-93ba-e5bd1dd13089" providerId="ADAL" clId="{61B0EDAE-C254-4FB6-99BB-9B6D44090C99}" dt="2025-01-02T09:36:18.497" v="222" actId="47"/>
        <pc:sldMkLst>
          <pc:docMk/>
          <pc:sldMk cId="284695013" sldId="276"/>
        </pc:sldMkLst>
      </pc:sldChg>
      <pc:sldChg chg="addSp delSp modSp new mod">
        <pc:chgData name="Machteld Van den Neste" userId="8615916f-9347-4b42-93ba-e5bd1dd13089" providerId="ADAL" clId="{61B0EDAE-C254-4FB6-99BB-9B6D44090C99}" dt="2025-01-02T09:47:30.990" v="249" actId="478"/>
        <pc:sldMkLst>
          <pc:docMk/>
          <pc:sldMk cId="1642340622" sldId="276"/>
        </pc:sldMkLst>
      </pc:sldChg>
      <pc:sldChg chg="new del">
        <pc:chgData name="Machteld Van den Neste" userId="8615916f-9347-4b42-93ba-e5bd1dd13089" providerId="ADAL" clId="{61B0EDAE-C254-4FB6-99BB-9B6D44090C99}" dt="2025-01-02T09:43:12.032" v="240" actId="47"/>
        <pc:sldMkLst>
          <pc:docMk/>
          <pc:sldMk cId="3324634744" sldId="276"/>
        </pc:sldMkLst>
      </pc:sldChg>
      <pc:sldMasterChg chg="mod addSldLayout modSldLayout">
        <pc:chgData name="Machteld Van den Neste" userId="8615916f-9347-4b42-93ba-e5bd1dd13089" providerId="ADAL" clId="{61B0EDAE-C254-4FB6-99BB-9B6D44090C99}" dt="2025-01-02T09:41:54.269" v="239" actId="14100"/>
        <pc:sldMasterMkLst>
          <pc:docMk/>
          <pc:sldMasterMk cId="463755981" sldId="2147483648"/>
        </pc:sldMasterMkLst>
        <pc:sldLayoutChg chg="addSp delSp modSp mod setBg">
          <pc:chgData name="Machteld Van den Neste" userId="8615916f-9347-4b42-93ba-e5bd1dd13089" providerId="ADAL" clId="{61B0EDAE-C254-4FB6-99BB-9B6D44090C99}" dt="2025-01-02T08:55:35.661" v="55" actId="478"/>
          <pc:sldLayoutMkLst>
            <pc:docMk/>
            <pc:sldMasterMk cId="463755981" sldId="2147483648"/>
            <pc:sldLayoutMk cId="1128617704" sldId="2147483649"/>
          </pc:sldLayoutMkLst>
          <pc:spChg chg="mod">
            <ac:chgData name="Machteld Van den Neste" userId="8615916f-9347-4b42-93ba-e5bd1dd13089" providerId="ADAL" clId="{61B0EDAE-C254-4FB6-99BB-9B6D44090C99}" dt="2025-01-02T08:48:08.631" v="32" actId="1076"/>
            <ac:spMkLst>
              <pc:docMk/>
              <pc:sldMasterMk cId="463755981" sldId="2147483648"/>
              <pc:sldLayoutMk cId="1128617704" sldId="2147483649"/>
              <ac:spMk id="6" creationId="{F0056D20-55F3-317C-6661-10BE3B5BC581}"/>
            </ac:spMkLst>
          </pc:spChg>
        </pc:sldLayoutChg>
        <pc:sldLayoutChg chg="addSp delSp modSp mod setBg">
          <pc:chgData name="Machteld Van den Neste" userId="8615916f-9347-4b42-93ba-e5bd1dd13089" providerId="ADAL" clId="{61B0EDAE-C254-4FB6-99BB-9B6D44090C99}" dt="2025-01-02T08:56:33.236" v="70"/>
          <pc:sldLayoutMkLst>
            <pc:docMk/>
            <pc:sldMasterMk cId="463755981" sldId="2147483648"/>
            <pc:sldLayoutMk cId="2102180824" sldId="2147483650"/>
          </pc:sldLayoutMkLst>
        </pc:sldLayoutChg>
        <pc:sldLayoutChg chg="addSp delSp modSp mod">
          <pc:chgData name="Machteld Van den Neste" userId="8615916f-9347-4b42-93ba-e5bd1dd13089" providerId="ADAL" clId="{61B0EDAE-C254-4FB6-99BB-9B6D44090C99}" dt="2025-01-02T09:41:54.269" v="239" actId="14100"/>
          <pc:sldLayoutMkLst>
            <pc:docMk/>
            <pc:sldMasterMk cId="463755981" sldId="2147483648"/>
            <pc:sldLayoutMk cId="0" sldId="2147483661"/>
          </pc:sldLayoutMkLst>
          <pc:spChg chg="add mod ord">
            <ac:chgData name="Machteld Van den Neste" userId="8615916f-9347-4b42-93ba-e5bd1dd13089" providerId="ADAL" clId="{61B0EDAE-C254-4FB6-99BB-9B6D44090C99}" dt="2025-01-02T09:41:54.269" v="239" actId="14100"/>
            <ac:spMkLst>
              <pc:docMk/>
              <pc:sldMasterMk cId="463755981" sldId="2147483648"/>
              <pc:sldLayoutMk cId="0" sldId="2147483661"/>
              <ac:spMk id="3" creationId="{13391891-52D5-B43E-96A4-81AFBB31486B}"/>
            </ac:spMkLst>
          </pc:spChg>
          <pc:spChg chg="add mod">
            <ac:chgData name="Machteld Van den Neste" userId="8615916f-9347-4b42-93ba-e5bd1dd13089" providerId="ADAL" clId="{61B0EDAE-C254-4FB6-99BB-9B6D44090C99}" dt="2025-01-02T09:41:47.227" v="238" actId="3064"/>
            <ac:spMkLst>
              <pc:docMk/>
              <pc:sldMasterMk cId="463755981" sldId="2147483648"/>
              <pc:sldLayoutMk cId="0" sldId="2147483661"/>
              <ac:spMk id="4" creationId="{2E78632D-E6A2-312C-C612-BDDFA57CA267}"/>
            </ac:spMkLst>
          </pc:spChg>
        </pc:sldLayoutChg>
        <pc:sldLayoutChg chg="addSp delSp modSp mod">
          <pc:chgData name="Machteld Van den Neste" userId="8615916f-9347-4b42-93ba-e5bd1dd13089" providerId="ADAL" clId="{61B0EDAE-C254-4FB6-99BB-9B6D44090C99}" dt="2025-01-02T09:05:51.617" v="120"/>
          <pc:sldLayoutMkLst>
            <pc:docMk/>
            <pc:sldMasterMk cId="463755981" sldId="2147483648"/>
            <pc:sldLayoutMk cId="2729922542" sldId="2147483664"/>
          </pc:sldLayoutMkLst>
          <pc:spChg chg="add mod">
            <ac:chgData name="Machteld Van den Neste" userId="8615916f-9347-4b42-93ba-e5bd1dd13089" providerId="ADAL" clId="{61B0EDAE-C254-4FB6-99BB-9B6D44090C99}" dt="2025-01-02T09:05:51.617" v="120"/>
            <ac:spMkLst>
              <pc:docMk/>
              <pc:sldMasterMk cId="463755981" sldId="2147483648"/>
              <pc:sldLayoutMk cId="2729922542" sldId="2147483664"/>
              <ac:spMk id="2" creationId="{B8E699FC-673C-4C85-B4D7-5D55E303F407}"/>
            </ac:spMkLst>
          </pc:spChg>
        </pc:sldLayoutChg>
        <pc:sldLayoutChg chg="addSp delSp modSp mod">
          <pc:chgData name="Machteld Van den Neste" userId="8615916f-9347-4b42-93ba-e5bd1dd13089" providerId="ADAL" clId="{61B0EDAE-C254-4FB6-99BB-9B6D44090C99}" dt="2025-01-02T09:03:37.801" v="114" actId="113"/>
          <pc:sldLayoutMkLst>
            <pc:docMk/>
            <pc:sldMasterMk cId="463755981" sldId="2147483648"/>
            <pc:sldLayoutMk cId="961122991" sldId="2147483665"/>
          </pc:sldLayoutMkLst>
          <pc:spChg chg="add mod">
            <ac:chgData name="Machteld Van den Neste" userId="8615916f-9347-4b42-93ba-e5bd1dd13089" providerId="ADAL" clId="{61B0EDAE-C254-4FB6-99BB-9B6D44090C99}" dt="2025-01-02T09:03:37.801" v="114" actId="113"/>
            <ac:spMkLst>
              <pc:docMk/>
              <pc:sldMasterMk cId="463755981" sldId="2147483648"/>
              <pc:sldLayoutMk cId="961122991" sldId="2147483665"/>
              <ac:spMk id="7" creationId="{3BE6B130-1D11-E9C7-FB3D-DE28358B931F}"/>
            </ac:spMkLst>
          </pc:spChg>
        </pc:sldLayoutChg>
        <pc:sldLayoutChg chg="delSp modSp mod setBg">
          <pc:chgData name="Machteld Van den Neste" userId="8615916f-9347-4b42-93ba-e5bd1dd13089" providerId="ADAL" clId="{61B0EDAE-C254-4FB6-99BB-9B6D44090C99}" dt="2025-01-02T09:26:15.945" v="150"/>
          <pc:sldLayoutMkLst>
            <pc:docMk/>
            <pc:sldMasterMk cId="463755981" sldId="2147483648"/>
            <pc:sldLayoutMk cId="955606081" sldId="2147483666"/>
          </pc:sldLayoutMkLst>
        </pc:sldLayoutChg>
        <pc:sldLayoutChg chg="addSp delSp modSp mod">
          <pc:chgData name="Machteld Van den Neste" userId="8615916f-9347-4b42-93ba-e5bd1dd13089" providerId="ADAL" clId="{61B0EDAE-C254-4FB6-99BB-9B6D44090C99}" dt="2025-01-02T09:05:46.697" v="118"/>
          <pc:sldLayoutMkLst>
            <pc:docMk/>
            <pc:sldMasterMk cId="463755981" sldId="2147483648"/>
            <pc:sldLayoutMk cId="4239957473" sldId="2147483667"/>
          </pc:sldLayoutMkLst>
          <pc:spChg chg="add mod">
            <ac:chgData name="Machteld Van den Neste" userId="8615916f-9347-4b42-93ba-e5bd1dd13089" providerId="ADAL" clId="{61B0EDAE-C254-4FB6-99BB-9B6D44090C99}" dt="2025-01-02T09:05:46.697" v="118"/>
            <ac:spMkLst>
              <pc:docMk/>
              <pc:sldMasterMk cId="463755981" sldId="2147483648"/>
              <pc:sldLayoutMk cId="4239957473" sldId="2147483667"/>
              <ac:spMk id="3" creationId="{E9A25335-0D2B-ED58-6AAF-0CA4D0AF90E5}"/>
            </ac:spMkLst>
          </pc:spChg>
        </pc:sldLayoutChg>
        <pc:sldLayoutChg chg="delSp add mod modTransition">
          <pc:chgData name="Machteld Van den Neste" userId="8615916f-9347-4b42-93ba-e5bd1dd13089" providerId="ADAL" clId="{61B0EDAE-C254-4FB6-99BB-9B6D44090C99}" dt="2025-01-02T09:20:57.480" v="145" actId="478"/>
          <pc:sldLayoutMkLst>
            <pc:docMk/>
            <pc:sldMasterMk cId="463755981" sldId="2147483648"/>
            <pc:sldLayoutMk cId="2998040396" sldId="2147483668"/>
          </pc:sldLayoutMkLst>
        </pc:sldLayoutChg>
      </pc:sldMasterChg>
    </pc:docChg>
  </pc:docChgLst>
  <pc:docChgLst>
    <pc:chgData name="Karel Titeca" userId="e309ecbf-1eb1-4781-a08b-88c329732184" providerId="ADAL" clId="{2545133F-5F20-694B-80A0-FFA82CA13C3D}"/>
    <pc:docChg chg="custSel addSld delSld modSld modMainMaster">
      <pc:chgData name="Karel Titeca" userId="e309ecbf-1eb1-4781-a08b-88c329732184" providerId="ADAL" clId="{2545133F-5F20-694B-80A0-FFA82CA13C3D}" dt="2025-01-15T15:53:09.649" v="231" actId="680"/>
      <pc:docMkLst>
        <pc:docMk/>
      </pc:docMkLst>
      <pc:sldChg chg="addSp delSp modSp new del mod">
        <pc:chgData name="Karel Titeca" userId="e309ecbf-1eb1-4781-a08b-88c329732184" providerId="ADAL" clId="{2545133F-5F20-694B-80A0-FFA82CA13C3D}" dt="2025-01-10T09:58:15.698" v="143" actId="2696"/>
        <pc:sldMkLst>
          <pc:docMk/>
          <pc:sldMk cId="576512829" sldId="273"/>
        </pc:sldMkLst>
      </pc:sldChg>
      <pc:sldChg chg="modSp new del mod">
        <pc:chgData name="Karel Titeca" userId="e309ecbf-1eb1-4781-a08b-88c329732184" providerId="ADAL" clId="{2545133F-5F20-694B-80A0-FFA82CA13C3D}" dt="2025-01-15T14:55:01.571" v="230" actId="2696"/>
        <pc:sldMkLst>
          <pc:docMk/>
          <pc:sldMk cId="715517778" sldId="273"/>
        </pc:sldMkLst>
        <pc:spChg chg="mod">
          <ac:chgData name="Karel Titeca" userId="e309ecbf-1eb1-4781-a08b-88c329732184" providerId="ADAL" clId="{2545133F-5F20-694B-80A0-FFA82CA13C3D}" dt="2025-01-15T14:54:56.289" v="229" actId="20577"/>
          <ac:spMkLst>
            <pc:docMk/>
            <pc:sldMk cId="715517778" sldId="273"/>
            <ac:spMk id="2" creationId="{0818634F-AACF-670E-FF81-581FA6B45895}"/>
          </ac:spMkLst>
        </pc:spChg>
      </pc:sldChg>
      <pc:sldChg chg="modSp new del mod">
        <pc:chgData name="Karel Titeca" userId="e309ecbf-1eb1-4781-a08b-88c329732184" providerId="ADAL" clId="{2545133F-5F20-694B-80A0-FFA82CA13C3D}" dt="2025-01-15T14:53:36.299" v="187" actId="2696"/>
        <pc:sldMkLst>
          <pc:docMk/>
          <pc:sldMk cId="1871108053" sldId="273"/>
        </pc:sldMkLst>
        <pc:spChg chg="mod">
          <ac:chgData name="Karel Titeca" userId="e309ecbf-1eb1-4781-a08b-88c329732184" providerId="ADAL" clId="{2545133F-5F20-694B-80A0-FFA82CA13C3D}" dt="2025-01-15T14:53:32.653" v="186" actId="20577"/>
          <ac:spMkLst>
            <pc:docMk/>
            <pc:sldMk cId="1871108053" sldId="273"/>
            <ac:spMk id="2" creationId="{15AF4A44-095D-FD92-DC81-15796461E1B6}"/>
          </ac:spMkLst>
        </pc:spChg>
      </pc:sldChg>
      <pc:sldChg chg="new">
        <pc:chgData name="Karel Titeca" userId="e309ecbf-1eb1-4781-a08b-88c329732184" providerId="ADAL" clId="{2545133F-5F20-694B-80A0-FFA82CA13C3D}" dt="2025-01-15T15:53:09.649" v="231" actId="680"/>
        <pc:sldMkLst>
          <pc:docMk/>
          <pc:sldMk cId="2042924251" sldId="273"/>
        </pc:sldMkLst>
      </pc:sldChg>
      <pc:sldChg chg="new del">
        <pc:chgData name="Karel Titeca" userId="e309ecbf-1eb1-4781-a08b-88c329732184" providerId="ADAL" clId="{2545133F-5F20-694B-80A0-FFA82CA13C3D}" dt="2025-01-10T09:56:07.129" v="3" actId="2696"/>
        <pc:sldMkLst>
          <pc:docMk/>
          <pc:sldMk cId="2449635822" sldId="273"/>
        </pc:sldMkLst>
      </pc:sldChg>
      <pc:sldChg chg="addSp delSp modSp new del">
        <pc:chgData name="Karel Titeca" userId="e309ecbf-1eb1-4781-a08b-88c329732184" providerId="ADAL" clId="{2545133F-5F20-694B-80A0-FFA82CA13C3D}" dt="2025-01-10T09:57:22.619" v="138" actId="2696"/>
        <pc:sldMkLst>
          <pc:docMk/>
          <pc:sldMk cId="2997442449" sldId="273"/>
        </pc:sldMkLst>
      </pc:sldChg>
      <pc:sldChg chg="new del">
        <pc:chgData name="Karel Titeca" userId="e309ecbf-1eb1-4781-a08b-88c329732184" providerId="ADAL" clId="{2545133F-5F20-694B-80A0-FFA82CA13C3D}" dt="2025-01-10T09:56:23.802" v="12" actId="2696"/>
        <pc:sldMkLst>
          <pc:docMk/>
          <pc:sldMk cId="3858289603" sldId="273"/>
        </pc:sldMkLst>
      </pc:sldChg>
      <pc:sldMasterChg chg="addSldLayout modSldLayout">
        <pc:chgData name="Karel Titeca" userId="e309ecbf-1eb1-4781-a08b-88c329732184" providerId="ADAL" clId="{2545133F-5F20-694B-80A0-FFA82CA13C3D}" dt="2025-01-15T14:53:06.620" v="145" actId="12"/>
        <pc:sldMasterMkLst>
          <pc:docMk/>
          <pc:sldMasterMk cId="463755981" sldId="2147483648"/>
        </pc:sldMasterMkLst>
        <pc:sldLayoutChg chg="modSp mod">
          <pc:chgData name="Karel Titeca" userId="e309ecbf-1eb1-4781-a08b-88c329732184" providerId="ADAL" clId="{2545133F-5F20-694B-80A0-FFA82CA13C3D}" dt="2025-01-10T09:57:37.239" v="139" actId="207"/>
          <pc:sldLayoutMkLst>
            <pc:docMk/>
            <pc:sldMasterMk cId="463755981" sldId="2147483648"/>
            <pc:sldLayoutMk cId="1128617704" sldId="2147483649"/>
          </pc:sldLayoutMkLst>
          <pc:spChg chg="mod">
            <ac:chgData name="Karel Titeca" userId="e309ecbf-1eb1-4781-a08b-88c329732184" providerId="ADAL" clId="{2545133F-5F20-694B-80A0-FFA82CA13C3D}" dt="2025-01-10T09:57:37.239" v="139" actId="207"/>
            <ac:spMkLst>
              <pc:docMk/>
              <pc:sldMasterMk cId="463755981" sldId="2147483648"/>
              <pc:sldLayoutMk cId="1128617704" sldId="2147483649"/>
              <ac:spMk id="6" creationId="{F0056D20-55F3-317C-6661-10BE3B5BC581}"/>
            </ac:spMkLst>
          </pc:spChg>
        </pc:sldLayoutChg>
        <pc:sldLayoutChg chg="modSp add mod modTransition">
          <pc:chgData name="Karel Titeca" userId="e309ecbf-1eb1-4781-a08b-88c329732184" providerId="ADAL" clId="{2545133F-5F20-694B-80A0-FFA82CA13C3D}" dt="2025-01-15T14:53:06.620" v="145" actId="12"/>
          <pc:sldLayoutMkLst>
            <pc:docMk/>
            <pc:sldMasterMk cId="463755981" sldId="2147483648"/>
            <pc:sldLayoutMk cId="2045038603" sldId="2147483669"/>
          </pc:sldLayoutMkLst>
          <pc:spChg chg="mod">
            <ac:chgData name="Karel Titeca" userId="e309ecbf-1eb1-4781-a08b-88c329732184" providerId="ADAL" clId="{2545133F-5F20-694B-80A0-FFA82CA13C3D}" dt="2025-01-15T14:53:06.620" v="145" actId="12"/>
            <ac:spMkLst>
              <pc:docMk/>
              <pc:sldMasterMk cId="463755981" sldId="2147483648"/>
              <pc:sldLayoutMk cId="2045038603" sldId="2147483669"/>
              <ac:spMk id="8" creationId="{C01A8B63-1F44-5094-9E16-440828CEB08D}"/>
            </ac:spMkLst>
          </pc:sp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dirty="0"/>
          </a:p>
        </p:txBody>
      </p:sp>
      <p:sp>
        <p:nvSpPr>
          <p:cNvPr id="3" name="Tijdelijke aanduiding voor datum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6E0211-8DE3-C64F-AAE3-CB72D7CBE226}" type="datetime1">
              <a:rPr lang="en-US" smtClean="0"/>
              <a:t>10/11/25</a:t>
            </a:fld>
            <a:endParaRPr lang="nl-NL" dirty="0"/>
          </a:p>
        </p:txBody>
      </p:sp>
      <p:sp>
        <p:nvSpPr>
          <p:cNvPr id="4" name="Tijdelijke aanduiding voor voettekst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dirty="0"/>
          </a:p>
        </p:txBody>
      </p:sp>
      <p:sp>
        <p:nvSpPr>
          <p:cNvPr id="5" name="Tijdelijke aanduiding voor dianumm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152A6D4-CD3D-5148-8B70-A84796F20135}" type="slidenum">
              <a:rPr lang="nl-NL" smtClean="0"/>
              <a:t>‹#›</a:t>
            </a:fld>
            <a:endParaRPr lang="nl-NL" dirty="0"/>
          </a:p>
        </p:txBody>
      </p:sp>
    </p:spTree>
    <p:extLst>
      <p:ext uri="{BB962C8B-B14F-4D97-AF65-F5344CB8AC3E}">
        <p14:creationId xmlns:p14="http://schemas.microsoft.com/office/powerpoint/2010/main" val="458916391"/>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dirty="0"/>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4E9F3D4-1EB7-C24E-988E-C5578F74A120}" type="datetime1">
              <a:rPr lang="en-US" smtClean="0"/>
              <a:t>10/11/25</a:t>
            </a:fld>
            <a:endParaRPr lang="nl-NL" dirty="0"/>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NL" dirty="0"/>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dirty="0"/>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54E32A-327F-AF4B-8E1F-209FBF93D26D}" type="slidenum">
              <a:rPr lang="nl-NL" smtClean="0"/>
              <a:t>‹#›</a:t>
            </a:fld>
            <a:endParaRPr lang="nl-NL" dirty="0"/>
          </a:p>
        </p:txBody>
      </p:sp>
    </p:spTree>
    <p:extLst>
      <p:ext uri="{BB962C8B-B14F-4D97-AF65-F5344CB8AC3E}">
        <p14:creationId xmlns:p14="http://schemas.microsoft.com/office/powerpoint/2010/main" val="1464046713"/>
      </p:ext>
    </p:extLst>
  </p:cSld>
  <p:clrMap bg1="lt1" tx1="dk1" bg2="lt2" tx2="dk2" accent1="accent1" accent2="accent2" accent3="accent3" accent4="accent4" accent5="accent5" accent6="accent6" hlink="hlink" folHlink="folHlink"/>
  <p:hf/>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dit hoofdstuk bespreken we de Klasse B versterker. Deze versterker vereist meer actieve elementen en is dus duurder in ontwerp maar levert een veel hoger rendement op. Hij is dus veel goedkoper in gebruik en vereist veel minder koeling.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Laat ons eerst even de weerstand R_3 wegdenken. Dan is V_3 gelijk aan 0V en dan is V_1 aan $V_{BE}$.</a:t>
            </a:r>
          </a:p>
          <a:p>
            <a:r>
              <a:t>Als we de stroom die in de basis instroomt constant zouden houden, zou de $V_{BE}$ (=V1) dalen met 2 mV per graad Celsius dat de temperatuur stijgt.</a:t>
            </a:r>
          </a:p>
          <a:p>
            <a:r>
              <a:t>In dit geval houden we echter de V_1 constant, waardoor de stroom met 8% gaat stijgen.</a:t>
            </a:r>
          </a:p>
          <a:p>
            <a:r>
              <a:t>We willen tegengaan dat de stroom (veel) gaat stijgen, bv maar 2% in plaats van 8%.</a:t>
            </a:r>
          </a:p>
          <a:p>
            <a:r>
              <a:t>Hoe kunnen we dat bekomen?</a:t>
            </a:r>
          </a:p>
          <a:p>
            <a:r>
              <a:t>Als de temperatuur stijgt, zou normaal de stroom veel stijgen, maar als we tegelijk de $V_{BE}$ kleiner kunnen maken zal de stroom minder dan normaal stijgen.</a:t>
            </a:r>
          </a:p>
          <a:p>
            <a:r>
              <a:t>Hoe kunnen we $V_{BE}$ kleiner maken met stijgende stroom?</a:t>
            </a:r>
          </a:p>
          <a:p>
            <a:r>
              <a:t> Wel $V_{BE}$= V_1-V_3, dus als V_3 groter wordt, wordt $V_{BE}$ kleiner. En we kunnen V_3 groter maken als de stroom stijgt door de stroom door de weerstand te laten lopen.</a:t>
            </a:r>
          </a:p>
          <a:p>
            <a:r>
              <a:t>Dit hebben we uitgewerkt met 2 voorbeelden van R_3:</a:t>
            </a:r>
          </a:p>
          <a:p>
            <a:r>
              <a:t>Een voorbeeld waar de stroomstijging 0.066% per graad Celcius is, in plaats van 8% per graad Celcius.</a:t>
            </a:r>
          </a:p>
          <a:p>
            <a:r>
              <a:t>Een voorbeeld waar de stroomstijging 2% per graad Celcius is, in plaats van 8% per graad Celcius.</a:t>
            </a:r>
          </a:p>
          <a:p>
            <a:r>
              <a:t>Het tweede voorbeeld lijkt minder goed, maar heeft het belangrijk voordeel dat er veel minder spanning verloren wordt.</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Stel dat de belasting door een sinus van +40 tot -40 volt moet kunnen aangestuurd worden. We gaan dan een voeding gebruiken van bv 84.8V</a:t>
            </a:r>
          </a:p>
          <a:p>
            <a:r>
              <a:t>Stel dat de belasting met 10A moet kunnen gestuurd worden, dan zullen we bv 10 mA nodig hebben aan de basis van T1, dus staat er over Rs  1 V en moet Rs 100 Ohm zijn.</a:t>
            </a:r>
          </a:p>
          <a:p>
            <a:r>
              <a:t>Maar we komen ook aan -40V  op de uitgang en dan staat er over Rs 42.4V en loopt er door Rs een stroom van 824 mA, dus bijna 1 A. Deze is niet nodig want bij -40V werkt de bovenste transistor niet en al deze stroom loopt door T4.</a:t>
            </a:r>
          </a:p>
          <a:p>
            <a:r>
              <a:t>We kunnen eigenlijk de stroom door de tak van Rs beter constant houden, namelijk de gehele tijd op 10 mA, wat nodig is. Hoe kan dat: door een stroombron. We gebruiken een bipolaire transistor met een vaste stroom aan de basis en daardoor zal de stroom door deze insteltak ook constant 10 mA blijven.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het schema van slide 19 hebben de  weerstanden in de vermogentrap een dubbele functie:</a:t>
            </a:r>
          </a:p>
          <a:p>
            <a:r>
              <a:t>- emitter degeneratie</a:t>
            </a:r>
          </a:p>
          <a:p>
            <a:r>
              <a:t>- spanningsval opbouwen evenredig met de stroom, tot de spanning aan 0.7 volt komt. Vanaf dan neemt de volgende trap over. De stroom door de weerstand neemt nu niet meer verder toe.</a:t>
            </a:r>
          </a:p>
          <a:p/>
          <a:p/>
          <a:p>
            <a:r>
              <a:t>In het schema van slide 23 is de tweede functie naar de collector kant van T2 verschoven.</a:t>
            </a:r>
          </a:p>
          <a:p>
            <a:r>
              <a:t>Maar dan is de emitterdegeneratie niet meer gelijkaardig (symmetrisch) aan beide kanten. Dit lossen we op door de extra diode.</a:t>
            </a:r>
          </a:p>
          <a:p/>
          <a:p>
            <a:r>
              <a:t>In  het schema van slide 24 zijn beide functies volledig gesplitst:</a:t>
            </a:r>
          </a:p>
          <a:p>
            <a:r>
              <a:t>- Een weerstand voor emitterdegeneratie staat aan de emitter kant</a:t>
            </a:r>
          </a:p>
          <a:p>
            <a:r>
              <a:t>- meten van de stroom staat aan de collector kant.</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Om het DC vermogen te berekenen, moeten we het product van spanning en stroom uit de voedingen integreren over een periode T en delen door de periode T. We kunnen hierop de volgende vereenvoudigingen toepassen:</a:t>
            </a:r>
          </a:p>
          <a:p>
            <a:r>
              <a:t>Omdat beide voedingen symmetrisch zijn, hoeven we het maar voor een voeding uit te rekenen, en kunnen we het resultaat vermenigvuldigen met 2.</a:t>
            </a:r>
          </a:p>
          <a:p>
            <a:r>
              <a:t>Omdat de stroom gedurende de tweede helft van de periode  is, hoeven we maar te integreren tot T/2.</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4.png"/><Relationship Id="rId4"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6.png"/><Relationship Id="rId4"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10.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dia">
    <p:bg>
      <p:bgPr>
        <a:solidFill>
          <a:srgbClr val="001D41"/>
        </a:solidFill>
        <a:effectLst/>
      </p:bgPr>
    </p:bg>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68BDB9EC-0874-2647-AB98-1103A741C35F}"/>
              </a:ext>
            </a:extLst>
          </p:cNvPr>
          <p:cNvSpPr>
            <a:spLocks noGrp="1"/>
          </p:cNvSpPr>
          <p:nvPr>
            <p:ph type="title" hasCustomPrompt="1"/>
          </p:nvPr>
        </p:nvSpPr>
        <p:spPr>
          <a:xfrm>
            <a:off x="6333667" y="1730828"/>
            <a:ext cx="5283534" cy="3396343"/>
          </a:xfrm>
        </p:spPr>
        <p:txBody>
          <a:bodyPr anchor="ctr" anchorCtr="0">
            <a:normAutofit/>
          </a:bodyPr>
          <a:lstStyle>
            <a:lvl1pPr>
              <a:defRPr sz="4000" b="1" i="0" baseline="0">
                <a:solidFill>
                  <a:schemeClr val="bg1"/>
                </a:solidFill>
                <a:latin typeface="Arial" panose="020B0604020202020204" pitchFamily="34" charset="0"/>
              </a:defRPr>
            </a:lvl1pPr>
          </a:lstStyle>
          <a:p>
            <a:r>
              <a:rPr lang="nl-NL" dirty="0"/>
              <a:t>Klikken om </a:t>
            </a:r>
            <a:br>
              <a:rPr lang="nl-NL" dirty="0"/>
            </a:br>
            <a:r>
              <a:rPr lang="nl-NL" dirty="0"/>
              <a:t>een titel toe </a:t>
            </a:r>
            <a:br>
              <a:rPr lang="nl-NL" dirty="0"/>
            </a:br>
            <a:r>
              <a:rPr lang="nl-NL" dirty="0"/>
              <a:t>te voegen</a:t>
            </a:r>
            <a:endParaRPr lang="nl-BE" dirty="0"/>
          </a:p>
        </p:txBody>
      </p:sp>
      <p:pic>
        <p:nvPicPr>
          <p:cNvPr id="8" name="Afbeelding 7" descr="Afbeelding met Lettertype, Graphics, logo, schermopname&#10;&#10;Automatisch gegenereerde beschrijving">
            <a:extLst>
              <a:ext uri="{FF2B5EF4-FFF2-40B4-BE49-F238E27FC236}">
                <a16:creationId xmlns:a16="http://schemas.microsoft.com/office/drawing/2014/main" id="{5D495572-740C-622D-A0A0-55B335E879EE}"/>
              </a:ext>
            </a:extLst>
          </p:cNvPr>
          <p:cNvPicPr>
            <a:picLocks noChangeAspect="1"/>
          </p:cNvPicPr>
          <p:nvPr userDrawn="1"/>
        </p:nvPicPr>
        <p:blipFill>
          <a:blip r:embed="rId2"/>
          <a:stretch>
            <a:fillRect/>
          </a:stretch>
        </p:blipFill>
        <p:spPr>
          <a:xfrm>
            <a:off x="9249045" y="5969498"/>
            <a:ext cx="2520000" cy="495158"/>
          </a:xfrm>
          <a:prstGeom prst="rect">
            <a:avLst/>
          </a:prstGeom>
        </p:spPr>
      </p:pic>
      <p:sp>
        <p:nvSpPr>
          <p:cNvPr id="9" name="Titel 2">
            <a:extLst>
              <a:ext uri="{FF2B5EF4-FFF2-40B4-BE49-F238E27FC236}">
                <a16:creationId xmlns:a16="http://schemas.microsoft.com/office/drawing/2014/main" id="{3DAE7C1F-2FF5-D159-64D6-93BFDEDD4C19}"/>
              </a:ext>
            </a:extLst>
          </p:cNvPr>
          <p:cNvSpPr txBox="1">
            <a:spLocks/>
          </p:cNvSpPr>
          <p:nvPr userDrawn="1"/>
        </p:nvSpPr>
        <p:spPr>
          <a:xfrm>
            <a:off x="6333667" y="4484914"/>
            <a:ext cx="5283534" cy="642257"/>
          </a:xfrm>
          <a:prstGeom prst="rect">
            <a:avLst/>
          </a:prstGeom>
        </p:spPr>
        <p:txBody>
          <a:bodyPr vert="horz" lIns="0" tIns="0" rIns="0" bIns="0" rtlCol="0" anchor="ctr" anchorCtr="0">
            <a:normAutofit/>
          </a:bodyPr>
          <a:lstStyle>
            <a:lvl1pPr algn="l" defTabSz="914400" rtl="0" eaLnBrk="1" latinLnBrk="0" hangingPunct="1">
              <a:lnSpc>
                <a:spcPct val="90000"/>
              </a:lnSpc>
              <a:spcBef>
                <a:spcPct val="0"/>
              </a:spcBef>
              <a:buNone/>
              <a:defRPr sz="4000" b="1" i="0" kern="1200" baseline="0">
                <a:solidFill>
                  <a:schemeClr val="bg1"/>
                </a:solidFill>
                <a:latin typeface="Arial" panose="020B0604020202020204" pitchFamily="34" charset="0"/>
                <a:ea typeface="+mj-ea"/>
                <a:cs typeface="+mj-cs"/>
              </a:defRPr>
            </a:lvl1pPr>
          </a:lstStyle>
          <a:p>
            <a:endParaRPr lang="nl-BE" sz="2000" b="0" i="0" baseline="0"/>
          </a:p>
        </p:txBody>
      </p:sp>
      <p:pic>
        <p:nvPicPr>
          <p:cNvPr id="4" name="Picture Placeholder 4">
            <a:extLst>
              <a:ext uri="{FF2B5EF4-FFF2-40B4-BE49-F238E27FC236}">
                <a16:creationId xmlns:a16="http://schemas.microsoft.com/office/drawing/2014/main" id="{7155FCE1-AFE6-6C0C-8806-031D125F9064}"/>
              </a:ext>
            </a:extLst>
          </p:cNvPr>
          <p:cNvPicPr>
            <a:picLocks noChangeAspect="1"/>
          </p:cNvPicPr>
          <p:nvPr userDrawn="1"/>
        </p:nvPicPr>
        <p:blipFill>
          <a:blip r:embed="rId3"/>
          <a:srcRect/>
          <a:stretch>
            <a:fillRect/>
          </a:stretch>
        </p:blipFill>
        <p:spPr>
          <a:xfrm>
            <a:off x="-763200" y="-3"/>
            <a:ext cx="6858000" cy="6858000"/>
          </a:xfrm>
          <a:prstGeom prst="ellipse">
            <a:avLst/>
          </a:prstGeom>
          <a:ln w="63500" cap="rnd">
            <a:no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1128617704"/>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eldia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itel 2">
            <a:extLst>
              <a:ext uri="{FF2B5EF4-FFF2-40B4-BE49-F238E27FC236}">
                <a16:creationId xmlns:a16="http://schemas.microsoft.com/office/drawing/2014/main" id="{D96485BC-8D44-B69E-01B8-A8905B4AA829}"/>
              </a:ext>
            </a:extLst>
          </p:cNvPr>
          <p:cNvSpPr>
            <a:spLocks noGrp="1"/>
          </p:cNvSpPr>
          <p:nvPr>
            <p:ph type="title" hasCustomPrompt="1"/>
          </p:nvPr>
        </p:nvSpPr>
        <p:spPr>
          <a:xfrm>
            <a:off x="1684266" y="898071"/>
            <a:ext cx="9931733" cy="3396343"/>
          </a:xfrm>
        </p:spPr>
        <p:txBody>
          <a:bodyPr anchor="ctr" anchorCtr="0">
            <a:normAutofit/>
          </a:bodyPr>
          <a:lstStyle>
            <a:lvl1pPr>
              <a:defRPr sz="4000" b="1" i="0" baseline="0">
                <a:solidFill>
                  <a:schemeClr val="bg1"/>
                </a:solidFill>
                <a:latin typeface="Arial" panose="020B0604020202020204" pitchFamily="34" charset="0"/>
              </a:defRPr>
            </a:lvl1pPr>
          </a:lstStyle>
          <a:p>
            <a:r>
              <a:rPr lang="nl-NL" dirty="0"/>
              <a:t>Klikken om </a:t>
            </a:r>
            <a:br>
              <a:rPr lang="nl-NL" dirty="0"/>
            </a:br>
            <a:r>
              <a:rPr lang="nl-NL" dirty="0"/>
              <a:t>een titel toe </a:t>
            </a:r>
            <a:br>
              <a:rPr lang="nl-NL" dirty="0"/>
            </a:br>
            <a:r>
              <a:rPr lang="nl-NL" dirty="0"/>
              <a:t>te voegen</a:t>
            </a:r>
            <a:endParaRPr lang="nl-BE" dirty="0"/>
          </a:p>
        </p:txBody>
      </p:sp>
      <p:pic>
        <p:nvPicPr>
          <p:cNvPr id="2" name="Afbeelding 1" descr="Afbeelding met Lettertype, Graphics, logo, schermopname&#10;&#10;Automatisch gegenereerde beschrijving">
            <a:extLst>
              <a:ext uri="{FF2B5EF4-FFF2-40B4-BE49-F238E27FC236}">
                <a16:creationId xmlns:a16="http://schemas.microsoft.com/office/drawing/2014/main" id="{5DDC59BD-319A-966E-C8B8-3E1004F142A1}"/>
              </a:ext>
            </a:extLst>
          </p:cNvPr>
          <p:cNvPicPr>
            <a:picLocks noChangeAspect="1"/>
          </p:cNvPicPr>
          <p:nvPr userDrawn="1"/>
        </p:nvPicPr>
        <p:blipFill>
          <a:blip r:embed="rId3"/>
          <a:stretch>
            <a:fillRect/>
          </a:stretch>
        </p:blipFill>
        <p:spPr>
          <a:xfrm>
            <a:off x="9249045" y="5969498"/>
            <a:ext cx="2520000" cy="495158"/>
          </a:xfrm>
          <a:prstGeom prst="rect">
            <a:avLst/>
          </a:prstGeom>
        </p:spPr>
      </p:pic>
    </p:spTree>
    <p:extLst>
      <p:ext uri="{BB962C8B-B14F-4D97-AF65-F5344CB8AC3E}">
        <p14:creationId xmlns:p14="http://schemas.microsoft.com/office/powerpoint/2010/main" val="21021808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Volgpagina 1">
    <p:spTree>
      <p:nvGrpSpPr>
        <p:cNvPr id="1" name=""/>
        <p:cNvGrpSpPr/>
        <p:nvPr/>
      </p:nvGrpSpPr>
      <p:grpSpPr>
        <a:xfrm>
          <a:off x="0" y="0"/>
          <a:ext cx="0" cy="0"/>
          <a:chOff x="0" y="0"/>
          <a:chExt cx="0" cy="0"/>
        </a:xfrm>
      </p:grpSpPr>
      <p:pic>
        <p:nvPicPr>
          <p:cNvPr id="15" name="Afbeelding 14">
            <a:extLst>
              <a:ext uri="{FF2B5EF4-FFF2-40B4-BE49-F238E27FC236}">
                <a16:creationId xmlns:a16="http://schemas.microsoft.com/office/drawing/2014/main" id="{4EC68AA2-2D4D-9358-FDCD-0AB4A36B57B7}"/>
              </a:ext>
            </a:extLst>
          </p:cNvPr>
          <p:cNvPicPr>
            <a:picLocks noChangeAspect="1"/>
          </p:cNvPicPr>
          <p:nvPr userDrawn="1"/>
        </p:nvPicPr>
        <p:blipFill>
          <a:blip r:embed="rId2"/>
          <a:srcRect b="8895"/>
          <a:stretch/>
        </p:blipFill>
        <p:spPr>
          <a:xfrm>
            <a:off x="0" y="6210000"/>
            <a:ext cx="12193200" cy="648000"/>
          </a:xfrm>
          <a:prstGeom prst="rect">
            <a:avLst/>
          </a:prstGeom>
        </p:spPr>
      </p:pic>
      <p:sp>
        <p:nvSpPr>
          <p:cNvPr id="8" name="Tijdelijke aanduiding voor inhoud 2">
            <a:extLst>
              <a:ext uri="{FF2B5EF4-FFF2-40B4-BE49-F238E27FC236}">
                <a16:creationId xmlns:a16="http://schemas.microsoft.com/office/drawing/2014/main" id="{C01A8B63-1F44-5094-9E16-440828CEB08D}"/>
              </a:ext>
            </a:extLst>
          </p:cNvPr>
          <p:cNvSpPr>
            <a:spLocks noGrp="1"/>
          </p:cNvSpPr>
          <p:nvPr>
            <p:ph idx="1"/>
          </p:nvPr>
        </p:nvSpPr>
        <p:spPr>
          <a:xfrm>
            <a:off x="576000" y="800401"/>
            <a:ext cx="11006400" cy="5252245"/>
          </a:xfrm>
        </p:spPr>
        <p:txBody>
          <a:bodyPr/>
          <a:lstStyle/>
          <a:p>
            <a:pPr lvl="0"/>
            <a:r>
              <a:rPr lang="nl-NL" dirty="0"/>
              <a:t>Klik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p>
        </p:txBody>
      </p:sp>
      <p:sp>
        <p:nvSpPr>
          <p:cNvPr id="11" name="Tijdelijke aanduiding voor datum 1">
            <a:extLst>
              <a:ext uri="{FF2B5EF4-FFF2-40B4-BE49-F238E27FC236}">
                <a16:creationId xmlns:a16="http://schemas.microsoft.com/office/drawing/2014/main" id="{0800F0F6-2580-A7F4-6C3B-FCBE3B457C88}"/>
              </a:ext>
            </a:extLst>
          </p:cNvPr>
          <p:cNvSpPr>
            <a:spLocks noGrp="1"/>
          </p:cNvSpPr>
          <p:nvPr>
            <p:ph type="dt" sz="half" idx="10"/>
          </p:nvPr>
        </p:nvSpPr>
        <p:spPr>
          <a:xfrm>
            <a:off x="1440000" y="6210000"/>
            <a:ext cx="720000" cy="648000"/>
          </a:xfrm>
        </p:spPr>
        <p:txBody>
          <a:bodyPr/>
          <a:lstStyle/>
          <a:p>
            <a:fld id="{5D14A70C-A52C-824A-B260-6BE6A5E343F5}" type="datetime1">
              <a:rPr lang="en-US" smtClean="0"/>
              <a:t>10/11/25</a:t>
            </a:fld>
            <a:endParaRPr lang="nl-NL" dirty="0"/>
          </a:p>
        </p:txBody>
      </p:sp>
      <p:sp>
        <p:nvSpPr>
          <p:cNvPr id="12" name="Tijdelijke aanduiding voor voettekst 2">
            <a:extLst>
              <a:ext uri="{FF2B5EF4-FFF2-40B4-BE49-F238E27FC236}">
                <a16:creationId xmlns:a16="http://schemas.microsoft.com/office/drawing/2014/main" id="{2B0CAF9A-06B9-89E3-D639-32642193425A}"/>
              </a:ext>
            </a:extLst>
          </p:cNvPr>
          <p:cNvSpPr>
            <a:spLocks noGrp="1"/>
          </p:cNvSpPr>
          <p:nvPr>
            <p:ph type="ftr" sz="quarter" idx="11"/>
          </p:nvPr>
        </p:nvSpPr>
        <p:spPr>
          <a:xfrm>
            <a:off x="5052003" y="6210000"/>
            <a:ext cx="4993200" cy="648000"/>
          </a:xfrm>
        </p:spPr>
        <p:txBody>
          <a:bodyPr/>
          <a:lstStyle/>
          <a:p>
            <a:endParaRPr lang="nl-NL" dirty="0"/>
          </a:p>
        </p:txBody>
      </p:sp>
      <p:sp>
        <p:nvSpPr>
          <p:cNvPr id="13" name="Tijdelijke aanduiding voor dianummer 3">
            <a:extLst>
              <a:ext uri="{FF2B5EF4-FFF2-40B4-BE49-F238E27FC236}">
                <a16:creationId xmlns:a16="http://schemas.microsoft.com/office/drawing/2014/main" id="{C47622DA-7D0D-EF6F-EDC9-CE38B7D818A4}"/>
              </a:ext>
            </a:extLst>
          </p:cNvPr>
          <p:cNvSpPr>
            <a:spLocks noGrp="1"/>
          </p:cNvSpPr>
          <p:nvPr>
            <p:ph type="sldNum" sz="quarter" idx="12"/>
          </p:nvPr>
        </p:nvSpPr>
        <p:spPr>
          <a:xfrm>
            <a:off x="576000" y="6210000"/>
            <a:ext cx="648000" cy="648000"/>
          </a:xfrm>
        </p:spPr>
        <p:txBody>
          <a:bodyPr/>
          <a:lstStyle/>
          <a:p>
            <a:fld id="{0A297500-7527-634B-90F4-69D0994C32B4}" type="slidenum">
              <a:rPr lang="nl-NL" smtClean="0"/>
              <a:t>‹#›</a:t>
            </a:fld>
            <a:endParaRPr lang="nl-NL" dirty="0"/>
          </a:p>
        </p:txBody>
      </p:sp>
      <p:pic>
        <p:nvPicPr>
          <p:cNvPr id="16" name="Afbeelding 15" descr="Afbeelding met Lettertype, Graphics, logo, schermopname&#10;&#10;Automatisch gegenereerde beschrijving">
            <a:extLst>
              <a:ext uri="{FF2B5EF4-FFF2-40B4-BE49-F238E27FC236}">
                <a16:creationId xmlns:a16="http://schemas.microsoft.com/office/drawing/2014/main" id="{825D72AF-77F4-F0F0-241A-76BB519EF5D5}"/>
              </a:ext>
            </a:extLst>
          </p:cNvPr>
          <p:cNvPicPr>
            <a:picLocks noChangeAspect="1"/>
          </p:cNvPicPr>
          <p:nvPr userDrawn="1"/>
        </p:nvPicPr>
        <p:blipFill>
          <a:blip r:embed="rId3"/>
          <a:stretch>
            <a:fillRect/>
          </a:stretch>
        </p:blipFill>
        <p:spPr>
          <a:xfrm>
            <a:off x="10290602" y="6357900"/>
            <a:ext cx="1655999" cy="325389"/>
          </a:xfrm>
          <a:prstGeom prst="rect">
            <a:avLst/>
          </a:prstGeom>
        </p:spPr>
      </p:pic>
      <p:sp>
        <p:nvSpPr>
          <p:cNvPr id="3" name="Title 2">
            <a:extLst>
              <a:ext uri="{FF2B5EF4-FFF2-40B4-BE49-F238E27FC236}">
                <a16:creationId xmlns:a16="http://schemas.microsoft.com/office/drawing/2014/main" id="{35D7FBB4-891B-45E4-181B-258A15FE1CFC}"/>
              </a:ext>
            </a:extLst>
          </p:cNvPr>
          <p:cNvSpPr>
            <a:spLocks noGrp="1"/>
          </p:cNvSpPr>
          <p:nvPr>
            <p:ph type="title"/>
          </p:nvPr>
        </p:nvSpPr>
        <p:spPr>
          <a:xfrm>
            <a:off x="576000" y="4501"/>
            <a:ext cx="11041200" cy="648000"/>
          </a:xfrm>
        </p:spPr>
        <p:txBody>
          <a:bodyPr/>
          <a:lstStyle/>
          <a:p>
            <a:r>
              <a:rPr lang="nl-NL" noProof="0" dirty="0"/>
              <a:t>Click </a:t>
            </a:r>
            <a:r>
              <a:rPr lang="nl-NL" noProof="0" dirty="0" err="1"/>
              <a:t>to</a:t>
            </a:r>
            <a:r>
              <a:rPr lang="nl-NL" noProof="0" dirty="0"/>
              <a:t> </a:t>
            </a:r>
            <a:r>
              <a:rPr lang="nl-NL" noProof="0" dirty="0" err="1"/>
              <a:t>edit</a:t>
            </a:r>
            <a:r>
              <a:rPr lang="nl-NL" noProof="0" dirty="0"/>
              <a:t> Master </a:t>
            </a:r>
            <a:r>
              <a:rPr lang="nl-NL" noProof="0" dirty="0" err="1"/>
              <a:t>title</a:t>
            </a:r>
            <a:r>
              <a:rPr lang="nl-NL" noProof="0" dirty="0"/>
              <a:t> </a:t>
            </a:r>
            <a:r>
              <a:rPr lang="nl-NL" noProof="0" dirty="0" err="1"/>
              <a:t>style</a:t>
            </a:r>
            <a:endParaRPr lang="nl-NL" noProof="0" dirty="0"/>
          </a:p>
        </p:txBody>
      </p:sp>
    </p:spTree>
    <p:extLst>
      <p:ext uri="{BB962C8B-B14F-4D97-AF65-F5344CB8AC3E}">
        <p14:creationId xmlns:p14="http://schemas.microsoft.com/office/powerpoint/2010/main" val="27299225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Volgpagina 1">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67578B9-CDA0-C1D1-C1D0-F7729ECC0B6E}"/>
              </a:ext>
            </a:extLst>
          </p:cNvPr>
          <p:cNvPicPr>
            <a:picLocks noChangeAspect="1"/>
          </p:cNvPicPr>
          <p:nvPr userDrawn="1"/>
        </p:nvPicPr>
        <p:blipFill>
          <a:blip r:embed="rId2"/>
          <a:stretch>
            <a:fillRect/>
          </a:stretch>
        </p:blipFill>
        <p:spPr>
          <a:xfrm>
            <a:off x="-2512894" y="-453065"/>
            <a:ext cx="17028993" cy="6637665"/>
          </a:xfrm>
          <a:prstGeom prst="rect">
            <a:avLst/>
          </a:prstGeom>
        </p:spPr>
      </p:pic>
      <p:pic>
        <p:nvPicPr>
          <p:cNvPr id="15" name="Afbeelding 14">
            <a:extLst>
              <a:ext uri="{FF2B5EF4-FFF2-40B4-BE49-F238E27FC236}">
                <a16:creationId xmlns:a16="http://schemas.microsoft.com/office/drawing/2014/main" id="{4EC68AA2-2D4D-9358-FDCD-0AB4A36B57B7}"/>
              </a:ext>
            </a:extLst>
          </p:cNvPr>
          <p:cNvPicPr>
            <a:picLocks noChangeAspect="1"/>
          </p:cNvPicPr>
          <p:nvPr userDrawn="1"/>
        </p:nvPicPr>
        <p:blipFill>
          <a:blip r:embed="rId3"/>
          <a:srcRect b="8895"/>
          <a:stretch/>
        </p:blipFill>
        <p:spPr>
          <a:xfrm>
            <a:off x="0" y="6210000"/>
            <a:ext cx="12193200" cy="648000"/>
          </a:xfrm>
          <a:prstGeom prst="rect">
            <a:avLst/>
          </a:prstGeom>
        </p:spPr>
      </p:pic>
      <p:sp>
        <p:nvSpPr>
          <p:cNvPr id="8" name="Tijdelijke aanduiding voor inhoud 2">
            <a:extLst>
              <a:ext uri="{FF2B5EF4-FFF2-40B4-BE49-F238E27FC236}">
                <a16:creationId xmlns:a16="http://schemas.microsoft.com/office/drawing/2014/main" id="{C01A8B63-1F44-5094-9E16-440828CEB08D}"/>
              </a:ext>
            </a:extLst>
          </p:cNvPr>
          <p:cNvSpPr>
            <a:spLocks noGrp="1"/>
          </p:cNvSpPr>
          <p:nvPr>
            <p:ph idx="1" hasCustomPrompt="1"/>
          </p:nvPr>
        </p:nvSpPr>
        <p:spPr>
          <a:xfrm>
            <a:off x="245399" y="1280788"/>
            <a:ext cx="11605942" cy="4705159"/>
          </a:xfrm>
          <a:noFill/>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nl-NL" noProof="1"/>
              <a:t>Klik om de tekststijl van het model te bewerken</a:t>
            </a:r>
          </a:p>
          <a:p>
            <a:pPr lvl="1"/>
            <a:r>
              <a:rPr lang="nl-NL" noProof="1"/>
              <a:t>Tweede niveau</a:t>
            </a:r>
          </a:p>
          <a:p>
            <a:pPr lvl="2"/>
            <a:r>
              <a:rPr lang="nl-NL" noProof="1"/>
              <a:t>Derde niveau</a:t>
            </a:r>
          </a:p>
          <a:p>
            <a:pPr lvl="3"/>
            <a:r>
              <a:rPr lang="nl-NL" noProof="1"/>
              <a:t>Vierde niveau</a:t>
            </a:r>
          </a:p>
          <a:p>
            <a:pPr lvl="4"/>
            <a:r>
              <a:rPr lang="nl-NL" noProof="1"/>
              <a:t>Vijfde niveau</a:t>
            </a:r>
          </a:p>
        </p:txBody>
      </p:sp>
      <p:sp>
        <p:nvSpPr>
          <p:cNvPr id="11" name="Tijdelijke aanduiding voor datum 1">
            <a:extLst>
              <a:ext uri="{FF2B5EF4-FFF2-40B4-BE49-F238E27FC236}">
                <a16:creationId xmlns:a16="http://schemas.microsoft.com/office/drawing/2014/main" id="{0800F0F6-2580-A7F4-6C3B-FCBE3B457C88}"/>
              </a:ext>
            </a:extLst>
          </p:cNvPr>
          <p:cNvSpPr>
            <a:spLocks noGrp="1"/>
          </p:cNvSpPr>
          <p:nvPr>
            <p:ph type="dt" sz="half" idx="10"/>
          </p:nvPr>
        </p:nvSpPr>
        <p:spPr>
          <a:xfrm>
            <a:off x="1440000" y="6210000"/>
            <a:ext cx="720000" cy="648000"/>
          </a:xfrm>
        </p:spPr>
        <p:txBody>
          <a:bodyPr/>
          <a:lstStyle/>
          <a:p>
            <a:fld id="{3C16444D-5C15-F646-B1E6-793A79D1D158}" type="datetime1">
              <a:rPr lang="en-US" smtClean="0"/>
              <a:t>10/11/25</a:t>
            </a:fld>
            <a:endParaRPr lang="nl-NL" dirty="0"/>
          </a:p>
        </p:txBody>
      </p:sp>
      <p:sp>
        <p:nvSpPr>
          <p:cNvPr id="12" name="Tijdelijke aanduiding voor voettekst 2">
            <a:extLst>
              <a:ext uri="{FF2B5EF4-FFF2-40B4-BE49-F238E27FC236}">
                <a16:creationId xmlns:a16="http://schemas.microsoft.com/office/drawing/2014/main" id="{2B0CAF9A-06B9-89E3-D639-32642193425A}"/>
              </a:ext>
            </a:extLst>
          </p:cNvPr>
          <p:cNvSpPr>
            <a:spLocks noGrp="1"/>
          </p:cNvSpPr>
          <p:nvPr>
            <p:ph type="ftr" sz="quarter" idx="11"/>
          </p:nvPr>
        </p:nvSpPr>
        <p:spPr>
          <a:xfrm>
            <a:off x="5052003" y="6210000"/>
            <a:ext cx="4993200" cy="648000"/>
          </a:xfrm>
        </p:spPr>
        <p:txBody>
          <a:bodyPr/>
          <a:lstStyle/>
          <a:p>
            <a:endParaRPr lang="nl-NL" dirty="0"/>
          </a:p>
        </p:txBody>
      </p:sp>
      <p:sp>
        <p:nvSpPr>
          <p:cNvPr id="13" name="Tijdelijke aanduiding voor dianummer 3">
            <a:extLst>
              <a:ext uri="{FF2B5EF4-FFF2-40B4-BE49-F238E27FC236}">
                <a16:creationId xmlns:a16="http://schemas.microsoft.com/office/drawing/2014/main" id="{C47622DA-7D0D-EF6F-EDC9-CE38B7D818A4}"/>
              </a:ext>
            </a:extLst>
          </p:cNvPr>
          <p:cNvSpPr>
            <a:spLocks noGrp="1"/>
          </p:cNvSpPr>
          <p:nvPr>
            <p:ph type="sldNum" sz="quarter" idx="12"/>
          </p:nvPr>
        </p:nvSpPr>
        <p:spPr>
          <a:xfrm>
            <a:off x="576000" y="6210000"/>
            <a:ext cx="648000" cy="648000"/>
          </a:xfrm>
        </p:spPr>
        <p:txBody>
          <a:bodyPr/>
          <a:lstStyle/>
          <a:p>
            <a:fld id="{0A297500-7527-634B-90F4-69D0994C32B4}" type="slidenum">
              <a:rPr lang="nl-NL" smtClean="0"/>
              <a:t>‹#›</a:t>
            </a:fld>
            <a:endParaRPr lang="nl-NL" dirty="0"/>
          </a:p>
        </p:txBody>
      </p:sp>
      <p:pic>
        <p:nvPicPr>
          <p:cNvPr id="16" name="Afbeelding 15" descr="Afbeelding met Lettertype, Graphics, logo, schermopname&#10;&#10;Automatisch gegenereerde beschrijving">
            <a:extLst>
              <a:ext uri="{FF2B5EF4-FFF2-40B4-BE49-F238E27FC236}">
                <a16:creationId xmlns:a16="http://schemas.microsoft.com/office/drawing/2014/main" id="{825D72AF-77F4-F0F0-241A-76BB519EF5D5}"/>
              </a:ext>
            </a:extLst>
          </p:cNvPr>
          <p:cNvPicPr>
            <a:picLocks noChangeAspect="1"/>
          </p:cNvPicPr>
          <p:nvPr userDrawn="1"/>
        </p:nvPicPr>
        <p:blipFill>
          <a:blip r:embed="rId4"/>
          <a:stretch>
            <a:fillRect/>
          </a:stretch>
        </p:blipFill>
        <p:spPr>
          <a:xfrm>
            <a:off x="10290602" y="6357900"/>
            <a:ext cx="1655999" cy="325389"/>
          </a:xfrm>
          <a:prstGeom prst="rect">
            <a:avLst/>
          </a:prstGeom>
        </p:spPr>
      </p:pic>
      <p:sp>
        <p:nvSpPr>
          <p:cNvPr id="26" name="Title 25">
            <a:extLst>
              <a:ext uri="{FF2B5EF4-FFF2-40B4-BE49-F238E27FC236}">
                <a16:creationId xmlns:a16="http://schemas.microsoft.com/office/drawing/2014/main" id="{9FFC2E19-DE2B-7111-CC63-9A847C39AA32}"/>
              </a:ext>
            </a:extLst>
          </p:cNvPr>
          <p:cNvSpPr>
            <a:spLocks noGrp="1"/>
          </p:cNvSpPr>
          <p:nvPr>
            <p:ph type="title"/>
          </p:nvPr>
        </p:nvSpPr>
        <p:spPr>
          <a:xfrm>
            <a:off x="576000" y="4500"/>
            <a:ext cx="11041200" cy="579455"/>
          </a:xfrm>
        </p:spPr>
        <p:txBody>
          <a:bodyPr/>
          <a:lstStyle>
            <a:lvl1pPr>
              <a:defRPr>
                <a:solidFill>
                  <a:schemeClr val="bg1"/>
                </a:solidFill>
              </a:defRPr>
            </a:lvl1pPr>
          </a:lstStyle>
          <a:p>
            <a:r>
              <a:rPr lang="nl-NL" noProof="0" dirty="0"/>
              <a:t>Click </a:t>
            </a:r>
            <a:r>
              <a:rPr lang="nl-NL" noProof="0" dirty="0" err="1"/>
              <a:t>to</a:t>
            </a:r>
            <a:r>
              <a:rPr lang="nl-NL" noProof="0" dirty="0"/>
              <a:t> </a:t>
            </a:r>
            <a:r>
              <a:rPr lang="nl-NL" noProof="0" dirty="0" err="1"/>
              <a:t>edit</a:t>
            </a:r>
            <a:r>
              <a:rPr lang="nl-NL" noProof="0" dirty="0"/>
              <a:t> Master </a:t>
            </a:r>
            <a:r>
              <a:rPr lang="nl-NL" noProof="0" dirty="0" err="1"/>
              <a:t>title</a:t>
            </a:r>
            <a:r>
              <a:rPr lang="nl-NL" noProof="0" dirty="0"/>
              <a:t> </a:t>
            </a:r>
            <a:r>
              <a:rPr lang="nl-NL" noProof="0" dirty="0" err="1"/>
              <a:t>style</a:t>
            </a:r>
            <a:endParaRPr lang="nl-NL" noProof="0" dirty="0"/>
          </a:p>
        </p:txBody>
      </p:sp>
    </p:spTree>
    <p:extLst>
      <p:ext uri="{BB962C8B-B14F-4D97-AF65-F5344CB8AC3E}">
        <p14:creationId xmlns:p14="http://schemas.microsoft.com/office/powerpoint/2010/main" val="18069293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3000" fill="hold"/>
                                        <p:tgtEl>
                                          <p:spTgt spid="2"/>
                                        </p:tgtEl>
                                        <p:attrNameLst>
                                          <p:attrName>ppt_w</p:attrName>
                                        </p:attrNameLst>
                                      </p:cBhvr>
                                      <p:tavLst>
                                        <p:tav tm="0">
                                          <p:val>
                                            <p:strVal val="#ppt_w*0.70"/>
                                          </p:val>
                                        </p:tav>
                                        <p:tav tm="100000">
                                          <p:val>
                                            <p:strVal val="#ppt_w"/>
                                          </p:val>
                                        </p:tav>
                                      </p:tavLst>
                                    </p:anim>
                                    <p:anim calcmode="lin" valueType="num">
                                      <p:cBhvr>
                                        <p:cTn id="8" dur="3000" fill="hold"/>
                                        <p:tgtEl>
                                          <p:spTgt spid="2"/>
                                        </p:tgtEl>
                                        <p:attrNameLst>
                                          <p:attrName>ppt_h</p:attrName>
                                        </p:attrNameLst>
                                      </p:cBhvr>
                                      <p:tavLst>
                                        <p:tav tm="0">
                                          <p:val>
                                            <p:strVal val="#ppt_h"/>
                                          </p:val>
                                        </p:tav>
                                        <p:tav tm="100000">
                                          <p:val>
                                            <p:strVal val="#ppt_h"/>
                                          </p:val>
                                        </p:tav>
                                      </p:tavLst>
                                    </p:anim>
                                    <p:animEffect transition="in" filter="fade">
                                      <p:cBhvr>
                                        <p:cTn id="9" dur="3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figure ">
    <p:spTree>
      <p:nvGrpSpPr>
        <p:cNvPr id="1" name=""/>
        <p:cNvGrpSpPr/>
        <p:nvPr/>
      </p:nvGrpSpPr>
      <p:grpSpPr>
        <a:xfrm>
          <a:off x="0" y="0"/>
          <a:ext cx="0" cy="0"/>
          <a:chOff x="0" y="0"/>
          <a:chExt cx="0" cy="0"/>
        </a:xfrm>
      </p:grpSpPr>
      <p:pic>
        <p:nvPicPr>
          <p:cNvPr id="15" name="Afbeelding 14">
            <a:extLst>
              <a:ext uri="{FF2B5EF4-FFF2-40B4-BE49-F238E27FC236}">
                <a16:creationId xmlns:a16="http://schemas.microsoft.com/office/drawing/2014/main" id="{4EC68AA2-2D4D-9358-FDCD-0AB4A36B57B7}"/>
              </a:ext>
            </a:extLst>
          </p:cNvPr>
          <p:cNvPicPr>
            <a:picLocks noChangeAspect="1"/>
          </p:cNvPicPr>
          <p:nvPr userDrawn="1"/>
        </p:nvPicPr>
        <p:blipFill>
          <a:blip r:embed="rId2"/>
          <a:srcRect b="8895"/>
          <a:stretch/>
        </p:blipFill>
        <p:spPr>
          <a:xfrm>
            <a:off x="0" y="6210000"/>
            <a:ext cx="12193200" cy="648000"/>
          </a:xfrm>
          <a:prstGeom prst="rect">
            <a:avLst/>
          </a:prstGeom>
        </p:spPr>
      </p:pic>
      <p:sp>
        <p:nvSpPr>
          <p:cNvPr id="11" name="Tijdelijke aanduiding voor datum 1">
            <a:extLst>
              <a:ext uri="{FF2B5EF4-FFF2-40B4-BE49-F238E27FC236}">
                <a16:creationId xmlns:a16="http://schemas.microsoft.com/office/drawing/2014/main" id="{0800F0F6-2580-A7F4-6C3B-FCBE3B457C88}"/>
              </a:ext>
            </a:extLst>
          </p:cNvPr>
          <p:cNvSpPr>
            <a:spLocks noGrp="1"/>
          </p:cNvSpPr>
          <p:nvPr>
            <p:ph type="dt" sz="half" idx="10"/>
          </p:nvPr>
        </p:nvSpPr>
        <p:spPr>
          <a:xfrm>
            <a:off x="1440000" y="6210000"/>
            <a:ext cx="720000" cy="648000"/>
          </a:xfrm>
        </p:spPr>
        <p:txBody>
          <a:bodyPr/>
          <a:lstStyle/>
          <a:p>
            <a:fld id="{F695FE45-7352-3C48-B42E-7EBF2B5C52E3}" type="datetime1">
              <a:rPr lang="en-US" smtClean="0"/>
              <a:t>10/11/25</a:t>
            </a:fld>
            <a:endParaRPr lang="nl-NL" dirty="0"/>
          </a:p>
        </p:txBody>
      </p:sp>
      <p:sp>
        <p:nvSpPr>
          <p:cNvPr id="12" name="Tijdelijke aanduiding voor voettekst 2">
            <a:extLst>
              <a:ext uri="{FF2B5EF4-FFF2-40B4-BE49-F238E27FC236}">
                <a16:creationId xmlns:a16="http://schemas.microsoft.com/office/drawing/2014/main" id="{2B0CAF9A-06B9-89E3-D639-32642193425A}"/>
              </a:ext>
            </a:extLst>
          </p:cNvPr>
          <p:cNvSpPr>
            <a:spLocks noGrp="1"/>
          </p:cNvSpPr>
          <p:nvPr>
            <p:ph type="ftr" sz="quarter" idx="11"/>
          </p:nvPr>
        </p:nvSpPr>
        <p:spPr>
          <a:xfrm>
            <a:off x="5052003" y="6210000"/>
            <a:ext cx="4993200" cy="648000"/>
          </a:xfrm>
        </p:spPr>
        <p:txBody>
          <a:bodyPr/>
          <a:lstStyle/>
          <a:p>
            <a:endParaRPr lang="nl-NL" dirty="0"/>
          </a:p>
        </p:txBody>
      </p:sp>
      <p:sp>
        <p:nvSpPr>
          <p:cNvPr id="13" name="Tijdelijke aanduiding voor dianummer 3">
            <a:extLst>
              <a:ext uri="{FF2B5EF4-FFF2-40B4-BE49-F238E27FC236}">
                <a16:creationId xmlns:a16="http://schemas.microsoft.com/office/drawing/2014/main" id="{C47622DA-7D0D-EF6F-EDC9-CE38B7D818A4}"/>
              </a:ext>
            </a:extLst>
          </p:cNvPr>
          <p:cNvSpPr>
            <a:spLocks noGrp="1"/>
          </p:cNvSpPr>
          <p:nvPr>
            <p:ph type="sldNum" sz="quarter" idx="12"/>
          </p:nvPr>
        </p:nvSpPr>
        <p:spPr>
          <a:xfrm>
            <a:off x="576000" y="6210000"/>
            <a:ext cx="648000" cy="648000"/>
          </a:xfrm>
        </p:spPr>
        <p:txBody>
          <a:bodyPr/>
          <a:lstStyle/>
          <a:p>
            <a:fld id="{0A297500-7527-634B-90F4-69D0994C32B4}" type="slidenum">
              <a:rPr lang="nl-NL" smtClean="0"/>
              <a:t>‹#›</a:t>
            </a:fld>
            <a:endParaRPr lang="nl-NL" dirty="0"/>
          </a:p>
        </p:txBody>
      </p:sp>
      <p:pic>
        <p:nvPicPr>
          <p:cNvPr id="16" name="Afbeelding 15" descr="Afbeelding met Lettertype, Graphics, logo, schermopname&#10;&#10;Automatisch gegenereerde beschrijving">
            <a:extLst>
              <a:ext uri="{FF2B5EF4-FFF2-40B4-BE49-F238E27FC236}">
                <a16:creationId xmlns:a16="http://schemas.microsoft.com/office/drawing/2014/main" id="{825D72AF-77F4-F0F0-241A-76BB519EF5D5}"/>
              </a:ext>
            </a:extLst>
          </p:cNvPr>
          <p:cNvPicPr>
            <a:picLocks noChangeAspect="1"/>
          </p:cNvPicPr>
          <p:nvPr userDrawn="1"/>
        </p:nvPicPr>
        <p:blipFill>
          <a:blip r:embed="rId3"/>
          <a:stretch>
            <a:fillRect/>
          </a:stretch>
        </p:blipFill>
        <p:spPr>
          <a:xfrm>
            <a:off x="10290602" y="6357900"/>
            <a:ext cx="1655999" cy="325389"/>
          </a:xfrm>
          <a:prstGeom prst="rect">
            <a:avLst/>
          </a:prstGeom>
        </p:spPr>
      </p:pic>
      <p:sp>
        <p:nvSpPr>
          <p:cNvPr id="4" name="Title 3">
            <a:extLst>
              <a:ext uri="{FF2B5EF4-FFF2-40B4-BE49-F238E27FC236}">
                <a16:creationId xmlns:a16="http://schemas.microsoft.com/office/drawing/2014/main" id="{31FE2B30-5A69-75CF-7187-201E96BE81D8}"/>
              </a:ext>
            </a:extLst>
          </p:cNvPr>
          <p:cNvSpPr>
            <a:spLocks noGrp="1"/>
          </p:cNvSpPr>
          <p:nvPr>
            <p:ph type="title"/>
          </p:nvPr>
        </p:nvSpPr>
        <p:spPr>
          <a:xfrm>
            <a:off x="576000" y="4501"/>
            <a:ext cx="11041200" cy="648000"/>
          </a:xfrm>
        </p:spPr>
        <p:txBody>
          <a:bodyPr/>
          <a:lstStyle/>
          <a:p>
            <a:r>
              <a:rPr lang="nl-NL" noProof="0" dirty="0"/>
              <a:t>Click </a:t>
            </a:r>
            <a:r>
              <a:rPr lang="nl-NL" noProof="0" dirty="0" err="1"/>
              <a:t>to</a:t>
            </a:r>
            <a:r>
              <a:rPr lang="nl-NL" noProof="0" dirty="0"/>
              <a:t> </a:t>
            </a:r>
            <a:r>
              <a:rPr lang="nl-NL" noProof="0" dirty="0" err="1"/>
              <a:t>edit</a:t>
            </a:r>
            <a:r>
              <a:rPr lang="nl-NL" noProof="0" dirty="0"/>
              <a:t> Master </a:t>
            </a:r>
            <a:r>
              <a:rPr lang="nl-NL" noProof="0" dirty="0" err="1"/>
              <a:t>title</a:t>
            </a:r>
            <a:r>
              <a:rPr lang="nl-NL" noProof="0" dirty="0"/>
              <a:t> </a:t>
            </a:r>
            <a:r>
              <a:rPr lang="nl-NL" noProof="0" dirty="0" err="1"/>
              <a:t>style</a:t>
            </a:r>
            <a:endParaRPr lang="nl-NL" noProof="0" dirty="0"/>
          </a:p>
        </p:txBody>
      </p:sp>
    </p:spTree>
    <p:extLst>
      <p:ext uri="{BB962C8B-B14F-4D97-AF65-F5344CB8AC3E}">
        <p14:creationId xmlns:p14="http://schemas.microsoft.com/office/powerpoint/2010/main" val="11511504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Volgpagina 1 met bullets">
    <p:spTree>
      <p:nvGrpSpPr>
        <p:cNvPr id="1" name=""/>
        <p:cNvGrpSpPr/>
        <p:nvPr/>
      </p:nvGrpSpPr>
      <p:grpSpPr>
        <a:xfrm>
          <a:off x="0" y="0"/>
          <a:ext cx="0" cy="0"/>
          <a:chOff x="0" y="0"/>
          <a:chExt cx="0" cy="0"/>
        </a:xfrm>
      </p:grpSpPr>
      <p:pic>
        <p:nvPicPr>
          <p:cNvPr id="15" name="Afbeelding 14">
            <a:extLst>
              <a:ext uri="{FF2B5EF4-FFF2-40B4-BE49-F238E27FC236}">
                <a16:creationId xmlns:a16="http://schemas.microsoft.com/office/drawing/2014/main" id="{4EC68AA2-2D4D-9358-FDCD-0AB4A36B57B7}"/>
              </a:ext>
            </a:extLst>
          </p:cNvPr>
          <p:cNvPicPr>
            <a:picLocks noChangeAspect="1"/>
          </p:cNvPicPr>
          <p:nvPr userDrawn="1"/>
        </p:nvPicPr>
        <p:blipFill>
          <a:blip r:embed="rId2"/>
          <a:srcRect b="8895"/>
          <a:stretch/>
        </p:blipFill>
        <p:spPr>
          <a:xfrm>
            <a:off x="0" y="6210000"/>
            <a:ext cx="12193200" cy="648000"/>
          </a:xfrm>
          <a:prstGeom prst="rect">
            <a:avLst/>
          </a:prstGeom>
        </p:spPr>
      </p:pic>
      <p:sp>
        <p:nvSpPr>
          <p:cNvPr id="8" name="Tijdelijke aanduiding voor inhoud 2">
            <a:extLst>
              <a:ext uri="{FF2B5EF4-FFF2-40B4-BE49-F238E27FC236}">
                <a16:creationId xmlns:a16="http://schemas.microsoft.com/office/drawing/2014/main" id="{C01A8B63-1F44-5094-9E16-440828CEB08D}"/>
              </a:ext>
            </a:extLst>
          </p:cNvPr>
          <p:cNvSpPr>
            <a:spLocks noGrp="1"/>
          </p:cNvSpPr>
          <p:nvPr>
            <p:ph idx="1" hasCustomPrompt="1"/>
          </p:nvPr>
        </p:nvSpPr>
        <p:spPr>
          <a:xfrm>
            <a:off x="576000" y="811831"/>
            <a:ext cx="11006400" cy="5240815"/>
          </a:xfrm>
        </p:spPr>
        <p:txBody>
          <a:bodyPr/>
          <a:lstStyle>
            <a:lvl1pPr marL="457200" indent="-457200">
              <a:buFontTx/>
              <a:buBlip>
                <a:blip r:embed="rId3"/>
              </a:buBlip>
              <a:defRPr/>
            </a:lvl1pPr>
          </a:lstStyle>
          <a:p>
            <a:pPr lvl="0"/>
            <a:r>
              <a:rPr lang="nl-NL" noProof="0" dirty="0"/>
              <a:t>Klik om de tekststijl van het model te bewerken</a:t>
            </a:r>
          </a:p>
          <a:p>
            <a:pPr lvl="1"/>
            <a:r>
              <a:rPr lang="nl-NL" noProof="0" dirty="0"/>
              <a:t>Tweede niveau</a:t>
            </a:r>
          </a:p>
          <a:p>
            <a:pPr lvl="2"/>
            <a:r>
              <a:rPr lang="nl-NL" noProof="0" dirty="0"/>
              <a:t>Derde niveau</a:t>
            </a:r>
          </a:p>
          <a:p>
            <a:pPr lvl="3"/>
            <a:r>
              <a:rPr lang="nl-NL" noProof="0" dirty="0"/>
              <a:t>Vierde niveau</a:t>
            </a:r>
          </a:p>
          <a:p>
            <a:pPr lvl="4"/>
            <a:r>
              <a:rPr lang="nl-NL" noProof="0" dirty="0"/>
              <a:t>Vijfde niveau</a:t>
            </a:r>
          </a:p>
        </p:txBody>
      </p:sp>
      <p:sp>
        <p:nvSpPr>
          <p:cNvPr id="11" name="Tijdelijke aanduiding voor datum 1">
            <a:extLst>
              <a:ext uri="{FF2B5EF4-FFF2-40B4-BE49-F238E27FC236}">
                <a16:creationId xmlns:a16="http://schemas.microsoft.com/office/drawing/2014/main" id="{0800F0F6-2580-A7F4-6C3B-FCBE3B457C88}"/>
              </a:ext>
            </a:extLst>
          </p:cNvPr>
          <p:cNvSpPr>
            <a:spLocks noGrp="1"/>
          </p:cNvSpPr>
          <p:nvPr>
            <p:ph type="dt" sz="half" idx="10"/>
          </p:nvPr>
        </p:nvSpPr>
        <p:spPr>
          <a:xfrm>
            <a:off x="1440000" y="6210000"/>
            <a:ext cx="720000" cy="648000"/>
          </a:xfrm>
        </p:spPr>
        <p:txBody>
          <a:bodyPr/>
          <a:lstStyle/>
          <a:p>
            <a:fld id="{D0C2AFFC-B915-5A49-88DD-95E4F5C3B4C4}" type="datetime1">
              <a:rPr lang="en-US" noProof="0" smtClean="0"/>
              <a:t>10/11/25</a:t>
            </a:fld>
            <a:endParaRPr lang="nl-NL" noProof="0" dirty="0"/>
          </a:p>
        </p:txBody>
      </p:sp>
      <p:sp>
        <p:nvSpPr>
          <p:cNvPr id="12" name="Tijdelijke aanduiding voor voettekst 2">
            <a:extLst>
              <a:ext uri="{FF2B5EF4-FFF2-40B4-BE49-F238E27FC236}">
                <a16:creationId xmlns:a16="http://schemas.microsoft.com/office/drawing/2014/main" id="{2B0CAF9A-06B9-89E3-D639-32642193425A}"/>
              </a:ext>
            </a:extLst>
          </p:cNvPr>
          <p:cNvSpPr>
            <a:spLocks noGrp="1"/>
          </p:cNvSpPr>
          <p:nvPr>
            <p:ph type="ftr" sz="quarter" idx="11"/>
          </p:nvPr>
        </p:nvSpPr>
        <p:spPr>
          <a:xfrm>
            <a:off x="5052003" y="6210000"/>
            <a:ext cx="4993200" cy="648000"/>
          </a:xfrm>
        </p:spPr>
        <p:txBody>
          <a:bodyPr/>
          <a:lstStyle/>
          <a:p>
            <a:endParaRPr lang="nl-NL" noProof="0" dirty="0"/>
          </a:p>
        </p:txBody>
      </p:sp>
      <p:sp>
        <p:nvSpPr>
          <p:cNvPr id="13" name="Tijdelijke aanduiding voor dianummer 3">
            <a:extLst>
              <a:ext uri="{FF2B5EF4-FFF2-40B4-BE49-F238E27FC236}">
                <a16:creationId xmlns:a16="http://schemas.microsoft.com/office/drawing/2014/main" id="{C47622DA-7D0D-EF6F-EDC9-CE38B7D818A4}"/>
              </a:ext>
            </a:extLst>
          </p:cNvPr>
          <p:cNvSpPr>
            <a:spLocks noGrp="1"/>
          </p:cNvSpPr>
          <p:nvPr>
            <p:ph type="sldNum" sz="quarter" idx="12"/>
          </p:nvPr>
        </p:nvSpPr>
        <p:spPr>
          <a:xfrm>
            <a:off x="576000" y="6210000"/>
            <a:ext cx="648000" cy="648000"/>
          </a:xfrm>
        </p:spPr>
        <p:txBody>
          <a:bodyPr/>
          <a:lstStyle/>
          <a:p>
            <a:fld id="{0A297500-7527-634B-90F4-69D0994C32B4}" type="slidenum">
              <a:rPr lang="nl-NL" noProof="0" smtClean="0"/>
              <a:t>‹#›</a:t>
            </a:fld>
            <a:endParaRPr lang="nl-NL" noProof="0" dirty="0"/>
          </a:p>
        </p:txBody>
      </p:sp>
      <p:pic>
        <p:nvPicPr>
          <p:cNvPr id="16" name="Afbeelding 15" descr="Afbeelding met Lettertype, Graphics, logo, schermopname&#10;&#10;Automatisch gegenereerde beschrijving">
            <a:extLst>
              <a:ext uri="{FF2B5EF4-FFF2-40B4-BE49-F238E27FC236}">
                <a16:creationId xmlns:a16="http://schemas.microsoft.com/office/drawing/2014/main" id="{825D72AF-77F4-F0F0-241A-76BB519EF5D5}"/>
              </a:ext>
            </a:extLst>
          </p:cNvPr>
          <p:cNvPicPr>
            <a:picLocks noChangeAspect="1"/>
          </p:cNvPicPr>
          <p:nvPr userDrawn="1"/>
        </p:nvPicPr>
        <p:blipFill>
          <a:blip r:embed="rId4"/>
          <a:stretch>
            <a:fillRect/>
          </a:stretch>
        </p:blipFill>
        <p:spPr>
          <a:xfrm>
            <a:off x="10290602" y="6357900"/>
            <a:ext cx="1655999" cy="325389"/>
          </a:xfrm>
          <a:prstGeom prst="rect">
            <a:avLst/>
          </a:prstGeom>
        </p:spPr>
      </p:pic>
      <p:sp>
        <p:nvSpPr>
          <p:cNvPr id="3" name="Title 2">
            <a:extLst>
              <a:ext uri="{FF2B5EF4-FFF2-40B4-BE49-F238E27FC236}">
                <a16:creationId xmlns:a16="http://schemas.microsoft.com/office/drawing/2014/main" id="{F12466D5-8DB6-11EB-91A8-C5A2326F6E8B}"/>
              </a:ext>
            </a:extLst>
          </p:cNvPr>
          <p:cNvSpPr>
            <a:spLocks noGrp="1"/>
          </p:cNvSpPr>
          <p:nvPr>
            <p:ph type="title"/>
          </p:nvPr>
        </p:nvSpPr>
        <p:spPr>
          <a:xfrm>
            <a:off x="576000" y="15930"/>
            <a:ext cx="11041200" cy="648001"/>
          </a:xfrm>
        </p:spPr>
        <p:txBody>
          <a:bodyPr/>
          <a:lstStyle/>
          <a:p>
            <a:r>
              <a:rPr lang="nl-NL" noProof="0" dirty="0"/>
              <a:t>Click </a:t>
            </a:r>
            <a:r>
              <a:rPr lang="nl-NL" noProof="0" dirty="0" err="1"/>
              <a:t>to</a:t>
            </a:r>
            <a:r>
              <a:rPr lang="nl-NL" noProof="0" dirty="0"/>
              <a:t> </a:t>
            </a:r>
            <a:r>
              <a:rPr lang="nl-NL" noProof="0" dirty="0" err="1"/>
              <a:t>edit</a:t>
            </a:r>
            <a:r>
              <a:rPr lang="nl-NL" noProof="0" dirty="0"/>
              <a:t> Master </a:t>
            </a:r>
            <a:r>
              <a:rPr lang="nl-NL" noProof="0" dirty="0" err="1"/>
              <a:t>title</a:t>
            </a:r>
            <a:r>
              <a:rPr lang="nl-NL" noProof="0" dirty="0"/>
              <a:t> </a:t>
            </a:r>
            <a:r>
              <a:rPr lang="nl-NL" noProof="0" dirty="0" err="1"/>
              <a:t>style</a:t>
            </a:r>
            <a:endParaRPr lang="nl-NL" noProof="0" dirty="0"/>
          </a:p>
        </p:txBody>
      </p:sp>
    </p:spTree>
    <p:extLst>
      <p:ext uri="{BB962C8B-B14F-4D97-AF65-F5344CB8AC3E}">
        <p14:creationId xmlns:p14="http://schemas.microsoft.com/office/powerpoint/2010/main" val="20450386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Volgpagina 2">
    <p:spTree>
      <p:nvGrpSpPr>
        <p:cNvPr id="1" name=""/>
        <p:cNvGrpSpPr/>
        <p:nvPr/>
      </p:nvGrpSpPr>
      <p:grpSpPr>
        <a:xfrm>
          <a:off x="0" y="0"/>
          <a:ext cx="0" cy="0"/>
          <a:chOff x="0" y="0"/>
          <a:chExt cx="0" cy="0"/>
        </a:xfrm>
      </p:grpSpPr>
      <p:sp>
        <p:nvSpPr>
          <p:cNvPr id="8" name="Tijdelijke aanduiding voor inhoud 2">
            <a:extLst>
              <a:ext uri="{FF2B5EF4-FFF2-40B4-BE49-F238E27FC236}">
                <a16:creationId xmlns:a16="http://schemas.microsoft.com/office/drawing/2014/main" id="{C01A8B63-1F44-5094-9E16-440828CEB08D}"/>
              </a:ext>
            </a:extLst>
          </p:cNvPr>
          <p:cNvSpPr>
            <a:spLocks noGrp="1"/>
          </p:cNvSpPr>
          <p:nvPr>
            <p:ph idx="1" hasCustomPrompt="1"/>
          </p:nvPr>
        </p:nvSpPr>
        <p:spPr>
          <a:xfrm>
            <a:off x="576000" y="868680"/>
            <a:ext cx="11006400" cy="5183966"/>
          </a:xfrm>
        </p:spPr>
        <p:txBody>
          <a:bodyPr/>
          <a:lstStyle/>
          <a:p>
            <a:pPr lvl="0"/>
            <a:r>
              <a:rPr lang="nl-NL" noProof="0" dirty="0"/>
              <a:t>Klik om de tekststijl van het model te bewerken</a:t>
            </a:r>
          </a:p>
          <a:p>
            <a:pPr lvl="1"/>
            <a:r>
              <a:rPr lang="nl-NL" noProof="0" dirty="0"/>
              <a:t>Tweede niveau</a:t>
            </a:r>
          </a:p>
          <a:p>
            <a:pPr lvl="2"/>
            <a:r>
              <a:rPr lang="nl-NL" noProof="0" dirty="0"/>
              <a:t>Derde niveau</a:t>
            </a:r>
          </a:p>
          <a:p>
            <a:pPr lvl="3"/>
            <a:r>
              <a:rPr lang="nl-NL" noProof="0" dirty="0"/>
              <a:t>Vierde niveau</a:t>
            </a:r>
          </a:p>
          <a:p>
            <a:pPr lvl="4"/>
            <a:r>
              <a:rPr lang="nl-NL" noProof="0" dirty="0"/>
              <a:t>Vijfde niveau</a:t>
            </a:r>
          </a:p>
        </p:txBody>
      </p:sp>
      <p:sp>
        <p:nvSpPr>
          <p:cNvPr id="11" name="Tijdelijke aanduiding voor datum 1">
            <a:extLst>
              <a:ext uri="{FF2B5EF4-FFF2-40B4-BE49-F238E27FC236}">
                <a16:creationId xmlns:a16="http://schemas.microsoft.com/office/drawing/2014/main" id="{0800F0F6-2580-A7F4-6C3B-FCBE3B457C88}"/>
              </a:ext>
            </a:extLst>
          </p:cNvPr>
          <p:cNvSpPr>
            <a:spLocks noGrp="1"/>
          </p:cNvSpPr>
          <p:nvPr>
            <p:ph type="dt" sz="half" idx="10"/>
          </p:nvPr>
        </p:nvSpPr>
        <p:spPr>
          <a:xfrm>
            <a:off x="1440000" y="6210000"/>
            <a:ext cx="720000" cy="648000"/>
          </a:xfrm>
        </p:spPr>
        <p:txBody>
          <a:bodyPr/>
          <a:lstStyle/>
          <a:p>
            <a:fld id="{44AA9AC6-E216-3B47-8184-7802A2BF140A}" type="datetime1">
              <a:rPr lang="en-US" noProof="0" smtClean="0"/>
              <a:t>10/11/25</a:t>
            </a:fld>
            <a:endParaRPr lang="nl-NL" noProof="0" dirty="0"/>
          </a:p>
        </p:txBody>
      </p:sp>
      <p:sp>
        <p:nvSpPr>
          <p:cNvPr id="12" name="Tijdelijke aanduiding voor voettekst 2">
            <a:extLst>
              <a:ext uri="{FF2B5EF4-FFF2-40B4-BE49-F238E27FC236}">
                <a16:creationId xmlns:a16="http://schemas.microsoft.com/office/drawing/2014/main" id="{2B0CAF9A-06B9-89E3-D639-32642193425A}"/>
              </a:ext>
            </a:extLst>
          </p:cNvPr>
          <p:cNvSpPr>
            <a:spLocks noGrp="1"/>
          </p:cNvSpPr>
          <p:nvPr>
            <p:ph type="ftr" sz="quarter" idx="11"/>
          </p:nvPr>
        </p:nvSpPr>
        <p:spPr>
          <a:xfrm>
            <a:off x="5052003" y="6210000"/>
            <a:ext cx="4993200" cy="648000"/>
          </a:xfrm>
        </p:spPr>
        <p:txBody>
          <a:bodyPr/>
          <a:lstStyle/>
          <a:p>
            <a:endParaRPr lang="nl-NL" noProof="0" dirty="0"/>
          </a:p>
        </p:txBody>
      </p:sp>
      <p:sp>
        <p:nvSpPr>
          <p:cNvPr id="13" name="Tijdelijke aanduiding voor dianummer 3">
            <a:extLst>
              <a:ext uri="{FF2B5EF4-FFF2-40B4-BE49-F238E27FC236}">
                <a16:creationId xmlns:a16="http://schemas.microsoft.com/office/drawing/2014/main" id="{C47622DA-7D0D-EF6F-EDC9-CE38B7D818A4}"/>
              </a:ext>
            </a:extLst>
          </p:cNvPr>
          <p:cNvSpPr>
            <a:spLocks noGrp="1"/>
          </p:cNvSpPr>
          <p:nvPr>
            <p:ph type="sldNum" sz="quarter" idx="12"/>
          </p:nvPr>
        </p:nvSpPr>
        <p:spPr>
          <a:xfrm>
            <a:off x="576000" y="6210000"/>
            <a:ext cx="648000" cy="648000"/>
          </a:xfrm>
        </p:spPr>
        <p:txBody>
          <a:bodyPr/>
          <a:lstStyle/>
          <a:p>
            <a:fld id="{0A297500-7527-634B-90F4-69D0994C32B4}" type="slidenum">
              <a:rPr lang="nl-NL" noProof="0" smtClean="0"/>
              <a:t>‹#›</a:t>
            </a:fld>
            <a:endParaRPr lang="nl-NL" noProof="0" dirty="0"/>
          </a:p>
        </p:txBody>
      </p:sp>
      <p:pic>
        <p:nvPicPr>
          <p:cNvPr id="16" name="Afbeelding 15" descr="Afbeelding met Lettertype, Graphics, logo, schermopname&#10;&#10;Automatisch gegenereerde beschrijving">
            <a:extLst>
              <a:ext uri="{FF2B5EF4-FFF2-40B4-BE49-F238E27FC236}">
                <a16:creationId xmlns:a16="http://schemas.microsoft.com/office/drawing/2014/main" id="{825D72AF-77F4-F0F0-241A-76BB519EF5D5}"/>
              </a:ext>
            </a:extLst>
          </p:cNvPr>
          <p:cNvPicPr>
            <a:picLocks noChangeAspect="1"/>
          </p:cNvPicPr>
          <p:nvPr userDrawn="1"/>
        </p:nvPicPr>
        <p:blipFill>
          <a:blip r:embed="rId2"/>
          <a:stretch>
            <a:fillRect/>
          </a:stretch>
        </p:blipFill>
        <p:spPr>
          <a:xfrm>
            <a:off x="10290602" y="6357900"/>
            <a:ext cx="1655999" cy="325389"/>
          </a:xfrm>
          <a:prstGeom prst="rect">
            <a:avLst/>
          </a:prstGeom>
        </p:spPr>
      </p:pic>
      <p:sp>
        <p:nvSpPr>
          <p:cNvPr id="3" name="Title 2">
            <a:extLst>
              <a:ext uri="{FF2B5EF4-FFF2-40B4-BE49-F238E27FC236}">
                <a16:creationId xmlns:a16="http://schemas.microsoft.com/office/drawing/2014/main" id="{CC13023F-87C5-4547-FEB6-4B0A34BF8E6D}"/>
              </a:ext>
            </a:extLst>
          </p:cNvPr>
          <p:cNvSpPr>
            <a:spLocks noGrp="1"/>
          </p:cNvSpPr>
          <p:nvPr>
            <p:ph type="title"/>
          </p:nvPr>
        </p:nvSpPr>
        <p:spPr>
          <a:xfrm>
            <a:off x="576000" y="15931"/>
            <a:ext cx="11041200" cy="650366"/>
          </a:xfrm>
        </p:spPr>
        <p:txBody>
          <a:bodyPr/>
          <a:lstStyle/>
          <a:p>
            <a:r>
              <a:rPr lang="nl-NL" noProof="0" dirty="0"/>
              <a:t>Click </a:t>
            </a:r>
            <a:r>
              <a:rPr lang="nl-NL" noProof="0" dirty="0" err="1"/>
              <a:t>to</a:t>
            </a:r>
            <a:r>
              <a:rPr lang="nl-NL" noProof="0" dirty="0"/>
              <a:t> </a:t>
            </a:r>
            <a:r>
              <a:rPr lang="nl-NL" noProof="0" dirty="0" err="1"/>
              <a:t>edit</a:t>
            </a:r>
            <a:r>
              <a:rPr lang="nl-NL" noProof="0" dirty="0"/>
              <a:t> Master </a:t>
            </a:r>
            <a:r>
              <a:rPr lang="nl-NL" noProof="0" dirty="0" err="1"/>
              <a:t>title</a:t>
            </a:r>
            <a:r>
              <a:rPr lang="nl-NL" noProof="0" dirty="0"/>
              <a:t> </a:t>
            </a:r>
            <a:r>
              <a:rPr lang="nl-NL" noProof="0" dirty="0" err="1"/>
              <a:t>style</a:t>
            </a:r>
            <a:endParaRPr lang="nl-NL" noProof="0" dirty="0"/>
          </a:p>
        </p:txBody>
      </p:sp>
    </p:spTree>
    <p:extLst>
      <p:ext uri="{BB962C8B-B14F-4D97-AF65-F5344CB8AC3E}">
        <p14:creationId xmlns:p14="http://schemas.microsoft.com/office/powerpoint/2010/main" val="29980403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Volgpagina 3">
    <p:spTree>
      <p:nvGrpSpPr>
        <p:cNvPr id="1" name=""/>
        <p:cNvGrpSpPr/>
        <p:nvPr/>
      </p:nvGrpSpPr>
      <p:grpSpPr>
        <a:xfrm>
          <a:off x="0" y="0"/>
          <a:ext cx="0" cy="0"/>
          <a:chOff x="0" y="0"/>
          <a:chExt cx="0" cy="0"/>
        </a:xfrm>
      </p:grpSpPr>
      <p:pic>
        <p:nvPicPr>
          <p:cNvPr id="10" name="Afbeelding 9" descr="Afbeelding met Graphics, cirkel, ontwerp&#10;&#10;Automatisch gegenereerde beschrijving">
            <a:extLst>
              <a:ext uri="{FF2B5EF4-FFF2-40B4-BE49-F238E27FC236}">
                <a16:creationId xmlns:a16="http://schemas.microsoft.com/office/drawing/2014/main" id="{1EC811A3-D471-16F1-F5F7-188800F32FEF}"/>
              </a:ext>
            </a:extLst>
          </p:cNvPr>
          <p:cNvPicPr>
            <a:picLocks noChangeAspect="1"/>
          </p:cNvPicPr>
          <p:nvPr userDrawn="1"/>
        </p:nvPicPr>
        <p:blipFill>
          <a:blip r:embed="rId2">
            <a:alphaModFix amt="10000"/>
          </a:blip>
          <a:stretch>
            <a:fillRect/>
          </a:stretch>
        </p:blipFill>
        <p:spPr>
          <a:xfrm rot="16200000">
            <a:off x="-1124411" y="1629838"/>
            <a:ext cx="5011676" cy="2237771"/>
          </a:xfrm>
          <a:prstGeom prst="rect">
            <a:avLst/>
          </a:prstGeom>
        </p:spPr>
      </p:pic>
      <p:sp>
        <p:nvSpPr>
          <p:cNvPr id="4" name="Tijdelijke aanduiding voor datum 3"/>
          <p:cNvSpPr>
            <a:spLocks noGrp="1"/>
          </p:cNvSpPr>
          <p:nvPr>
            <p:ph type="dt" sz="half" idx="10"/>
          </p:nvPr>
        </p:nvSpPr>
        <p:spPr/>
        <p:txBody>
          <a:bodyPr/>
          <a:lstStyle/>
          <a:p>
            <a:fld id="{12525A4A-45EF-044A-97ED-F5EE535170D0}" type="datetime1">
              <a:rPr lang="en-US" smtClean="0"/>
              <a:t>10/11/25</a:t>
            </a:fld>
            <a:endParaRPr lang="nl-NL" dirty="0"/>
          </a:p>
        </p:txBody>
      </p:sp>
      <p:sp>
        <p:nvSpPr>
          <p:cNvPr id="5" name="Tijdelijke aanduiding voor voettekst 4"/>
          <p:cNvSpPr>
            <a:spLocks noGrp="1"/>
          </p:cNvSpPr>
          <p:nvPr>
            <p:ph type="ftr" sz="quarter" idx="11"/>
          </p:nvPr>
        </p:nvSpPr>
        <p:spPr/>
        <p:txBody>
          <a:bodyPr/>
          <a:lstStyle/>
          <a:p>
            <a:endParaRPr lang="nl-NL" dirty="0"/>
          </a:p>
        </p:txBody>
      </p:sp>
      <p:sp>
        <p:nvSpPr>
          <p:cNvPr id="6" name="Tijdelijke aanduiding voor dianummer 5"/>
          <p:cNvSpPr>
            <a:spLocks noGrp="1"/>
          </p:cNvSpPr>
          <p:nvPr>
            <p:ph type="sldNum" sz="quarter" idx="12"/>
          </p:nvPr>
        </p:nvSpPr>
        <p:spPr/>
        <p:txBody>
          <a:bodyPr/>
          <a:lstStyle/>
          <a:p>
            <a:fld id="{0A297500-7527-634B-90F4-69D0994C32B4}" type="slidenum">
              <a:rPr lang="nl-NL" smtClean="0"/>
              <a:t>‹#›</a:t>
            </a:fld>
            <a:endParaRPr lang="nl-NL" dirty="0"/>
          </a:p>
        </p:txBody>
      </p:sp>
      <p:sp>
        <p:nvSpPr>
          <p:cNvPr id="8" name="Tijdelijke aanduiding voor inhoud 2">
            <a:extLst>
              <a:ext uri="{FF2B5EF4-FFF2-40B4-BE49-F238E27FC236}">
                <a16:creationId xmlns:a16="http://schemas.microsoft.com/office/drawing/2014/main" id="{6BA570E8-5D95-B3F1-8C6F-957AE9CDC0B9}"/>
              </a:ext>
            </a:extLst>
          </p:cNvPr>
          <p:cNvSpPr>
            <a:spLocks noGrp="1"/>
          </p:cNvSpPr>
          <p:nvPr>
            <p:ph idx="13"/>
          </p:nvPr>
        </p:nvSpPr>
        <p:spPr>
          <a:xfrm>
            <a:off x="576000" y="708660"/>
            <a:ext cx="11006402" cy="5343986"/>
          </a:xfrm>
        </p:spPr>
        <p:txBody>
          <a:bodyPr/>
          <a:lstStyle/>
          <a:p>
            <a:pPr lvl="0"/>
            <a:r>
              <a:rPr lang="nl-NL" dirty="0"/>
              <a:t>Klik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p>
        </p:txBody>
      </p:sp>
      <p:sp>
        <p:nvSpPr>
          <p:cNvPr id="2" name="Title 1">
            <a:extLst>
              <a:ext uri="{FF2B5EF4-FFF2-40B4-BE49-F238E27FC236}">
                <a16:creationId xmlns:a16="http://schemas.microsoft.com/office/drawing/2014/main" id="{F0CEA65D-4427-8EF5-9C3E-9652403088E1}"/>
              </a:ext>
            </a:extLst>
          </p:cNvPr>
          <p:cNvSpPr>
            <a:spLocks noGrp="1"/>
          </p:cNvSpPr>
          <p:nvPr>
            <p:ph type="title"/>
          </p:nvPr>
        </p:nvSpPr>
        <p:spPr>
          <a:xfrm>
            <a:off x="576000" y="15931"/>
            <a:ext cx="11041200" cy="578430"/>
          </a:xfrm>
        </p:spPr>
        <p:txBody>
          <a:bodyPr/>
          <a:lstStyle/>
          <a:p>
            <a:r>
              <a:rPr lang="en-US" dirty="0"/>
              <a:t>Click to edit Master title style</a:t>
            </a:r>
            <a:endParaRPr lang="en-GB" dirty="0"/>
          </a:p>
        </p:txBody>
      </p:sp>
    </p:spTree>
    <p:extLst>
      <p:ext uri="{BB962C8B-B14F-4D97-AF65-F5344CB8AC3E}">
        <p14:creationId xmlns:p14="http://schemas.microsoft.com/office/powerpoint/2010/main" val="42399574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Volgpagina 4">
    <p:spTree>
      <p:nvGrpSpPr>
        <p:cNvPr id="1" name=""/>
        <p:cNvGrpSpPr/>
        <p:nvPr/>
      </p:nvGrpSpPr>
      <p:grpSpPr>
        <a:xfrm>
          <a:off x="0" y="0"/>
          <a:ext cx="0" cy="0"/>
          <a:chOff x="0" y="0"/>
          <a:chExt cx="0" cy="0"/>
        </a:xfrm>
      </p:grpSpPr>
      <p:sp>
        <p:nvSpPr>
          <p:cNvPr id="4" name="Tijdelijke aanduiding voor datum 3"/>
          <p:cNvSpPr>
            <a:spLocks noGrp="1"/>
          </p:cNvSpPr>
          <p:nvPr>
            <p:ph type="dt" sz="half" idx="10"/>
          </p:nvPr>
        </p:nvSpPr>
        <p:spPr/>
        <p:txBody>
          <a:bodyPr/>
          <a:lstStyle/>
          <a:p>
            <a:fld id="{B8F6EBD7-4509-1747-80A1-30E823EDAC2D}" type="datetime1">
              <a:rPr lang="en-US" noProof="0" smtClean="0"/>
              <a:t>10/11/25</a:t>
            </a:fld>
            <a:endParaRPr lang="nl-NL" noProof="0" dirty="0"/>
          </a:p>
        </p:txBody>
      </p:sp>
      <p:sp>
        <p:nvSpPr>
          <p:cNvPr id="5" name="Tijdelijke aanduiding voor voettekst 4"/>
          <p:cNvSpPr>
            <a:spLocks noGrp="1"/>
          </p:cNvSpPr>
          <p:nvPr>
            <p:ph type="ftr" sz="quarter" idx="11"/>
          </p:nvPr>
        </p:nvSpPr>
        <p:spPr/>
        <p:txBody>
          <a:bodyPr/>
          <a:lstStyle/>
          <a:p>
            <a:endParaRPr lang="nl-NL" noProof="0" dirty="0"/>
          </a:p>
        </p:txBody>
      </p:sp>
      <p:sp>
        <p:nvSpPr>
          <p:cNvPr id="6" name="Tijdelijke aanduiding voor dianummer 5"/>
          <p:cNvSpPr>
            <a:spLocks noGrp="1"/>
          </p:cNvSpPr>
          <p:nvPr>
            <p:ph type="sldNum" sz="quarter" idx="12"/>
          </p:nvPr>
        </p:nvSpPr>
        <p:spPr/>
        <p:txBody>
          <a:bodyPr/>
          <a:lstStyle/>
          <a:p>
            <a:fld id="{0A297500-7527-634B-90F4-69D0994C32B4}" type="slidenum">
              <a:rPr lang="nl-NL" noProof="0" smtClean="0"/>
              <a:t>‹#›</a:t>
            </a:fld>
            <a:endParaRPr lang="nl-NL" noProof="0" dirty="0"/>
          </a:p>
        </p:txBody>
      </p:sp>
      <p:sp>
        <p:nvSpPr>
          <p:cNvPr id="8" name="Tijdelijke aanduiding voor inhoud 2">
            <a:extLst>
              <a:ext uri="{FF2B5EF4-FFF2-40B4-BE49-F238E27FC236}">
                <a16:creationId xmlns:a16="http://schemas.microsoft.com/office/drawing/2014/main" id="{ED9010BD-3FA3-6D64-D974-8B02411BFB23}"/>
              </a:ext>
            </a:extLst>
          </p:cNvPr>
          <p:cNvSpPr>
            <a:spLocks noGrp="1"/>
          </p:cNvSpPr>
          <p:nvPr>
            <p:ph idx="13" hasCustomPrompt="1"/>
          </p:nvPr>
        </p:nvSpPr>
        <p:spPr>
          <a:xfrm>
            <a:off x="576000" y="765810"/>
            <a:ext cx="11006402" cy="5286836"/>
          </a:xfrm>
        </p:spPr>
        <p:txBody>
          <a:bodyPr/>
          <a:lstStyle/>
          <a:p>
            <a:pPr lvl="0"/>
            <a:r>
              <a:rPr lang="nl-NL" noProof="0" dirty="0"/>
              <a:t>Klik om de tekststijl van het model te bewerken</a:t>
            </a:r>
          </a:p>
          <a:p>
            <a:pPr lvl="1"/>
            <a:r>
              <a:rPr lang="nl-NL" noProof="0" dirty="0"/>
              <a:t>Tweede niveau</a:t>
            </a:r>
          </a:p>
          <a:p>
            <a:pPr lvl="2"/>
            <a:r>
              <a:rPr lang="nl-NL" noProof="0" dirty="0"/>
              <a:t>Derde niveau</a:t>
            </a:r>
          </a:p>
          <a:p>
            <a:pPr lvl="3"/>
            <a:r>
              <a:rPr lang="nl-NL" noProof="0" dirty="0"/>
              <a:t>Vierde niveau</a:t>
            </a:r>
          </a:p>
          <a:p>
            <a:pPr lvl="4"/>
            <a:r>
              <a:rPr lang="nl-NL" noProof="0" dirty="0"/>
              <a:t>Vijfde niveau</a:t>
            </a:r>
          </a:p>
        </p:txBody>
      </p:sp>
      <p:sp>
        <p:nvSpPr>
          <p:cNvPr id="2" name="Title 1">
            <a:extLst>
              <a:ext uri="{FF2B5EF4-FFF2-40B4-BE49-F238E27FC236}">
                <a16:creationId xmlns:a16="http://schemas.microsoft.com/office/drawing/2014/main" id="{4A3A12AB-811C-F19D-0A73-86DCF776D574}"/>
              </a:ext>
            </a:extLst>
          </p:cNvPr>
          <p:cNvSpPr>
            <a:spLocks noGrp="1"/>
          </p:cNvSpPr>
          <p:nvPr>
            <p:ph type="title"/>
          </p:nvPr>
        </p:nvSpPr>
        <p:spPr>
          <a:xfrm>
            <a:off x="576000" y="0"/>
            <a:ext cx="11041200" cy="647010"/>
          </a:xfrm>
        </p:spPr>
        <p:txBody>
          <a:bodyPr/>
          <a:lstStyle/>
          <a:p>
            <a:r>
              <a:rPr lang="nl-NL" noProof="0" dirty="0"/>
              <a:t>Click </a:t>
            </a:r>
            <a:r>
              <a:rPr lang="nl-NL" noProof="0" dirty="0" err="1"/>
              <a:t>to</a:t>
            </a:r>
            <a:r>
              <a:rPr lang="nl-NL" noProof="0" dirty="0"/>
              <a:t> </a:t>
            </a:r>
            <a:r>
              <a:rPr lang="nl-NL" noProof="0" dirty="0" err="1"/>
              <a:t>edit</a:t>
            </a:r>
            <a:r>
              <a:rPr lang="nl-NL" noProof="0" dirty="0"/>
              <a:t> Master </a:t>
            </a:r>
            <a:r>
              <a:rPr lang="nl-NL" noProof="0" dirty="0" err="1"/>
              <a:t>title</a:t>
            </a:r>
            <a:r>
              <a:rPr lang="nl-NL" noProof="0" dirty="0"/>
              <a:t> </a:t>
            </a:r>
            <a:r>
              <a:rPr lang="nl-NL" noProof="0" dirty="0" err="1"/>
              <a:t>style</a:t>
            </a:r>
            <a:endParaRPr lang="nl-NL" noProof="0" dirty="0"/>
          </a:p>
        </p:txBody>
      </p:sp>
    </p:spTree>
    <p:extLst>
      <p:ext uri="{BB962C8B-B14F-4D97-AF65-F5344CB8AC3E}">
        <p14:creationId xmlns:p14="http://schemas.microsoft.com/office/powerpoint/2010/main" val="9611229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ectiekop">
    <p:bg>
      <p:bgPr>
        <a:solidFill>
          <a:srgbClr val="CCD9E5"/>
        </a:solidFill>
        <a:effectLst/>
      </p:bgPr>
    </p:bg>
    <p:spTree>
      <p:nvGrpSpPr>
        <p:cNvPr id="1" name=""/>
        <p:cNvGrpSpPr/>
        <p:nvPr/>
      </p:nvGrpSpPr>
      <p:grpSpPr>
        <a:xfrm>
          <a:off x="0" y="0"/>
          <a:ext cx="0" cy="0"/>
          <a:chOff x="0" y="0"/>
          <a:chExt cx="0" cy="0"/>
        </a:xfrm>
      </p:grpSpPr>
      <p:sp>
        <p:nvSpPr>
          <p:cNvPr id="3" name="Tijdelijke aanduiding voor afbeelding 2">
            <a:extLst>
              <a:ext uri="{FF2B5EF4-FFF2-40B4-BE49-F238E27FC236}">
                <a16:creationId xmlns:a16="http://schemas.microsoft.com/office/drawing/2014/main" id="{13391891-52D5-B43E-96A4-81AFBB31486B}"/>
              </a:ext>
            </a:extLst>
          </p:cNvPr>
          <p:cNvSpPr>
            <a:spLocks noGrp="1"/>
          </p:cNvSpPr>
          <p:nvPr>
            <p:ph type="pic" sz="quarter" idx="13"/>
          </p:nvPr>
        </p:nvSpPr>
        <p:spPr>
          <a:xfrm>
            <a:off x="5124726" y="583200"/>
            <a:ext cx="6496074" cy="3531638"/>
          </a:xfrm>
        </p:spPr>
        <p:txBody>
          <a:bodyPr/>
          <a:lstStyle/>
          <a:p>
            <a:endParaRPr lang="nl-BE"/>
          </a:p>
        </p:txBody>
      </p:sp>
      <p:pic>
        <p:nvPicPr>
          <p:cNvPr id="10" name="Afbeelding 9" descr="Afbeelding met Graphics, typografie, ontwerp&#10;&#10;Automatisch gegenereerde beschrijving">
            <a:extLst>
              <a:ext uri="{FF2B5EF4-FFF2-40B4-BE49-F238E27FC236}">
                <a16:creationId xmlns:a16="http://schemas.microsoft.com/office/drawing/2014/main" id="{989F9A73-96CE-FEED-DC36-96369D24ED67}"/>
              </a:ext>
            </a:extLst>
          </p:cNvPr>
          <p:cNvPicPr>
            <a:picLocks noChangeAspect="1"/>
          </p:cNvPicPr>
          <p:nvPr userDrawn="1"/>
        </p:nvPicPr>
        <p:blipFill>
          <a:blip r:embed="rId2"/>
          <a:stretch>
            <a:fillRect/>
          </a:stretch>
        </p:blipFill>
        <p:spPr>
          <a:xfrm rot="16200000">
            <a:off x="-1124086" y="1600200"/>
            <a:ext cx="5014876" cy="2239200"/>
          </a:xfrm>
          <a:prstGeom prst="rect">
            <a:avLst/>
          </a:prstGeom>
        </p:spPr>
      </p:pic>
      <p:sp>
        <p:nvSpPr>
          <p:cNvPr id="17" name="Tijdelijke aanduiding voor datum 3">
            <a:extLst>
              <a:ext uri="{FF2B5EF4-FFF2-40B4-BE49-F238E27FC236}">
                <a16:creationId xmlns:a16="http://schemas.microsoft.com/office/drawing/2014/main" id="{98E7770F-9DD8-88A0-F8BC-6063FE0C1EB3}"/>
              </a:ext>
            </a:extLst>
          </p:cNvPr>
          <p:cNvSpPr>
            <a:spLocks noGrp="1"/>
          </p:cNvSpPr>
          <p:nvPr>
            <p:ph type="dt" sz="half" idx="10"/>
          </p:nvPr>
        </p:nvSpPr>
        <p:spPr>
          <a:xfrm>
            <a:off x="1440000" y="6210000"/>
            <a:ext cx="720000" cy="648000"/>
          </a:xfrm>
        </p:spPr>
        <p:txBody>
          <a:bodyPr/>
          <a:lstStyle/>
          <a:p>
            <a:fld id="{F36083C4-0128-1848-9178-37CE772A2A92}" type="datetime1">
              <a:rPr lang="en-US" smtClean="0"/>
              <a:t>10/11/25</a:t>
            </a:fld>
            <a:endParaRPr lang="nl-NL" dirty="0"/>
          </a:p>
        </p:txBody>
      </p:sp>
      <p:sp>
        <p:nvSpPr>
          <p:cNvPr id="18" name="Tijdelijke aanduiding voor voettekst 4">
            <a:extLst>
              <a:ext uri="{FF2B5EF4-FFF2-40B4-BE49-F238E27FC236}">
                <a16:creationId xmlns:a16="http://schemas.microsoft.com/office/drawing/2014/main" id="{CB32BB89-83FA-D527-382C-95DAFF653D2A}"/>
              </a:ext>
            </a:extLst>
          </p:cNvPr>
          <p:cNvSpPr>
            <a:spLocks noGrp="1"/>
          </p:cNvSpPr>
          <p:nvPr>
            <p:ph type="ftr" sz="quarter" idx="11"/>
          </p:nvPr>
        </p:nvSpPr>
        <p:spPr>
          <a:xfrm>
            <a:off x="5052003" y="6210000"/>
            <a:ext cx="4993200" cy="648000"/>
          </a:xfrm>
        </p:spPr>
        <p:txBody>
          <a:bodyPr/>
          <a:lstStyle/>
          <a:p>
            <a:endParaRPr lang="nl-NL" dirty="0"/>
          </a:p>
        </p:txBody>
      </p:sp>
      <p:sp>
        <p:nvSpPr>
          <p:cNvPr id="19" name="Tijdelijke aanduiding voor dianummer 5">
            <a:extLst>
              <a:ext uri="{FF2B5EF4-FFF2-40B4-BE49-F238E27FC236}">
                <a16:creationId xmlns:a16="http://schemas.microsoft.com/office/drawing/2014/main" id="{07D528CB-9038-C329-9851-EDF0F253A356}"/>
              </a:ext>
            </a:extLst>
          </p:cNvPr>
          <p:cNvSpPr>
            <a:spLocks noGrp="1"/>
          </p:cNvSpPr>
          <p:nvPr>
            <p:ph type="sldNum" sz="quarter" idx="12"/>
          </p:nvPr>
        </p:nvSpPr>
        <p:spPr>
          <a:xfrm>
            <a:off x="576000" y="6210000"/>
            <a:ext cx="648000" cy="648000"/>
          </a:xfrm>
        </p:spPr>
        <p:txBody>
          <a:bodyPr/>
          <a:lstStyle/>
          <a:p>
            <a:fld id="{0A297500-7527-634B-90F4-69D0994C32B4}" type="slidenum">
              <a:rPr lang="nl-NL" smtClean="0"/>
              <a:t>‹#›</a:t>
            </a:fld>
            <a:endParaRPr lang="nl-NL" dirty="0"/>
          </a:p>
        </p:txBody>
      </p:sp>
      <p:sp>
        <p:nvSpPr>
          <p:cNvPr id="4" name="Tijdelijke aanduiding voor tekst 6">
            <a:extLst>
              <a:ext uri="{FF2B5EF4-FFF2-40B4-BE49-F238E27FC236}">
                <a16:creationId xmlns:a16="http://schemas.microsoft.com/office/drawing/2014/main" id="{2E78632D-E6A2-312C-C612-BDDFA57CA267}"/>
              </a:ext>
            </a:extLst>
          </p:cNvPr>
          <p:cNvSpPr>
            <a:spLocks noGrp="1"/>
          </p:cNvSpPr>
          <p:nvPr>
            <p:ph type="body" sz="quarter" idx="14" hasCustomPrompt="1"/>
          </p:nvPr>
        </p:nvSpPr>
        <p:spPr>
          <a:xfrm>
            <a:off x="592931" y="4606219"/>
            <a:ext cx="11006137" cy="1112400"/>
          </a:xfrm>
        </p:spPr>
        <p:txBody>
          <a:bodyPr anchor="b" anchorCtr="0">
            <a:normAutofit/>
          </a:bodyPr>
          <a:lstStyle>
            <a:lvl1pPr>
              <a:defRPr sz="4500" b="1">
                <a:solidFill>
                  <a:srgbClr val="00407A"/>
                </a:solidFill>
              </a:defRPr>
            </a:lvl1pPr>
          </a:lstStyle>
          <a:p>
            <a:pPr lvl="0"/>
            <a:r>
              <a:rPr lang="nl-NL" dirty="0"/>
              <a:t>Klikken om een titel toe te voegen</a:t>
            </a:r>
            <a:endParaRPr lang="nl-BE"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SectiekopSlo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556060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Sectiekop">
    <p:bg>
      <p:bgPr>
        <a:solidFill>
          <a:srgbClr val="CCD9E5"/>
        </a:solidFill>
        <a:effectLst/>
      </p:bgPr>
    </p:bg>
    <p:spTree>
      <p:nvGrpSpPr>
        <p:cNvPr id="1" name=""/>
        <p:cNvGrpSpPr/>
        <p:nvPr/>
      </p:nvGrpSpPr>
      <p:grpSpPr>
        <a:xfrm>
          <a:off x="0" y="0"/>
          <a:ext cx="0" cy="0"/>
          <a:chOff x="0" y="0"/>
          <a:chExt cx="0" cy="0"/>
        </a:xfrm>
      </p:grpSpPr>
      <p:pic>
        <p:nvPicPr>
          <p:cNvPr id="10" name="Afbeelding 9" descr="Afbeelding met Graphics, typografie, ontwerp&#10;&#10;Automatisch gegenereerde beschrijving">
            <a:extLst>
              <a:ext uri="{FF2B5EF4-FFF2-40B4-BE49-F238E27FC236}">
                <a16:creationId xmlns:a16="http://schemas.microsoft.com/office/drawing/2014/main" id="{989F9A73-96CE-FEED-DC36-96369D24ED67}"/>
              </a:ext>
            </a:extLst>
          </p:cNvPr>
          <p:cNvPicPr>
            <a:picLocks noChangeAspect="1"/>
          </p:cNvPicPr>
          <p:nvPr userDrawn="1"/>
        </p:nvPicPr>
        <p:blipFill>
          <a:blip r:embed="rId2"/>
          <a:stretch>
            <a:fillRect/>
          </a:stretch>
        </p:blipFill>
        <p:spPr>
          <a:xfrm rot="16200000">
            <a:off x="-1124086" y="1600200"/>
            <a:ext cx="5014876" cy="2239200"/>
          </a:xfrm>
          <a:prstGeom prst="rect">
            <a:avLst/>
          </a:prstGeom>
        </p:spPr>
      </p:pic>
      <p:sp>
        <p:nvSpPr>
          <p:cNvPr id="17" name="Tijdelijke aanduiding voor datum 3">
            <a:extLst>
              <a:ext uri="{FF2B5EF4-FFF2-40B4-BE49-F238E27FC236}">
                <a16:creationId xmlns:a16="http://schemas.microsoft.com/office/drawing/2014/main" id="{98E7770F-9DD8-88A0-F8BC-6063FE0C1EB3}"/>
              </a:ext>
            </a:extLst>
          </p:cNvPr>
          <p:cNvSpPr>
            <a:spLocks noGrp="1"/>
          </p:cNvSpPr>
          <p:nvPr>
            <p:ph type="dt" sz="half" idx="10"/>
          </p:nvPr>
        </p:nvSpPr>
        <p:spPr>
          <a:xfrm>
            <a:off x="1440000" y="6210000"/>
            <a:ext cx="720000" cy="648000"/>
          </a:xfrm>
        </p:spPr>
        <p:txBody>
          <a:bodyPr/>
          <a:lstStyle/>
          <a:p>
            <a:fld id="{63B68DE8-16AF-6C4B-B363-5E49424B6285}" type="datetime1">
              <a:rPr lang="en-US" smtClean="0"/>
              <a:t>10/11/25</a:t>
            </a:fld>
            <a:endParaRPr lang="nl-NL" dirty="0"/>
          </a:p>
        </p:txBody>
      </p:sp>
      <p:sp>
        <p:nvSpPr>
          <p:cNvPr id="18" name="Tijdelijke aanduiding voor voettekst 4">
            <a:extLst>
              <a:ext uri="{FF2B5EF4-FFF2-40B4-BE49-F238E27FC236}">
                <a16:creationId xmlns:a16="http://schemas.microsoft.com/office/drawing/2014/main" id="{CB32BB89-83FA-D527-382C-95DAFF653D2A}"/>
              </a:ext>
            </a:extLst>
          </p:cNvPr>
          <p:cNvSpPr>
            <a:spLocks noGrp="1"/>
          </p:cNvSpPr>
          <p:nvPr>
            <p:ph type="ftr" sz="quarter" idx="11"/>
          </p:nvPr>
        </p:nvSpPr>
        <p:spPr>
          <a:xfrm>
            <a:off x="5052003" y="6210000"/>
            <a:ext cx="4993200" cy="648000"/>
          </a:xfrm>
        </p:spPr>
        <p:txBody>
          <a:bodyPr/>
          <a:lstStyle/>
          <a:p>
            <a:endParaRPr lang="nl-NL" dirty="0"/>
          </a:p>
        </p:txBody>
      </p:sp>
      <p:sp>
        <p:nvSpPr>
          <p:cNvPr id="19" name="Tijdelijke aanduiding voor dianummer 5">
            <a:extLst>
              <a:ext uri="{FF2B5EF4-FFF2-40B4-BE49-F238E27FC236}">
                <a16:creationId xmlns:a16="http://schemas.microsoft.com/office/drawing/2014/main" id="{07D528CB-9038-C329-9851-EDF0F253A356}"/>
              </a:ext>
            </a:extLst>
          </p:cNvPr>
          <p:cNvSpPr>
            <a:spLocks noGrp="1"/>
          </p:cNvSpPr>
          <p:nvPr>
            <p:ph type="sldNum" sz="quarter" idx="12"/>
          </p:nvPr>
        </p:nvSpPr>
        <p:spPr>
          <a:xfrm>
            <a:off x="576000" y="6210000"/>
            <a:ext cx="648000" cy="648000"/>
          </a:xfrm>
        </p:spPr>
        <p:txBody>
          <a:bodyPr/>
          <a:lstStyle/>
          <a:p>
            <a:fld id="{0A297500-7527-634B-90F4-69D0994C32B4}" type="slidenum">
              <a:rPr lang="nl-NL" smtClean="0"/>
              <a:t>‹#›</a:t>
            </a:fld>
            <a:endParaRPr lang="nl-NL" dirty="0"/>
          </a:p>
        </p:txBody>
      </p:sp>
      <p:pic>
        <p:nvPicPr>
          <p:cNvPr id="2" name="Picture 1">
            <a:extLst>
              <a:ext uri="{FF2B5EF4-FFF2-40B4-BE49-F238E27FC236}">
                <a16:creationId xmlns:a16="http://schemas.microsoft.com/office/drawing/2014/main" id="{E17DC55D-D1B1-1B37-0FA6-BC0A9F8D3D9E}"/>
              </a:ext>
            </a:extLst>
          </p:cNvPr>
          <p:cNvPicPr>
            <a:picLocks noChangeAspect="1"/>
          </p:cNvPicPr>
          <p:nvPr userDrawn="1"/>
        </p:nvPicPr>
        <p:blipFill>
          <a:blip r:embed="rId3"/>
          <a:stretch>
            <a:fillRect/>
          </a:stretch>
        </p:blipFill>
        <p:spPr>
          <a:xfrm>
            <a:off x="9878730" y="212361"/>
            <a:ext cx="1995256" cy="2992884"/>
          </a:xfrm>
          <a:prstGeom prst="rect">
            <a:avLst/>
          </a:prstGeom>
        </p:spPr>
      </p:pic>
      <p:sp>
        <p:nvSpPr>
          <p:cNvPr id="5" name="TextBox 4">
            <a:extLst>
              <a:ext uri="{FF2B5EF4-FFF2-40B4-BE49-F238E27FC236}">
                <a16:creationId xmlns:a16="http://schemas.microsoft.com/office/drawing/2014/main" id="{6DEA3E9C-F85F-E456-8F44-A07EFD93DE10}"/>
              </a:ext>
            </a:extLst>
          </p:cNvPr>
          <p:cNvSpPr txBox="1"/>
          <p:nvPr userDrawn="1"/>
        </p:nvSpPr>
        <p:spPr>
          <a:xfrm>
            <a:off x="2816439" y="2591527"/>
            <a:ext cx="9630053" cy="1938992"/>
          </a:xfrm>
          <a:prstGeom prst="rect">
            <a:avLst/>
          </a:prstGeom>
          <a:noFill/>
        </p:spPr>
        <p:txBody>
          <a:bodyPr wrap="square">
            <a:spAutoFit/>
          </a:bodyPr>
          <a:lstStyle/>
          <a:p>
            <a:r>
              <a:rPr lang="en-US" sz="4000" dirty="0">
                <a:solidFill>
                  <a:srgbClr val="00417E"/>
                </a:solidFill>
                <a:latin typeface="Arial" panose="020B0604020202020204" pitchFamily="34" charset="0"/>
                <a:cs typeface="Arial" panose="020B0604020202020204" pitchFamily="34" charset="0"/>
              </a:rPr>
              <a:t>I would rather have</a:t>
            </a:r>
            <a:br>
              <a:rPr lang="en-US" sz="4000" dirty="0">
                <a:solidFill>
                  <a:srgbClr val="00417E"/>
                </a:solidFill>
                <a:latin typeface="Arial" panose="020B0604020202020204" pitchFamily="34" charset="0"/>
                <a:cs typeface="Arial" panose="020B0604020202020204" pitchFamily="34" charset="0"/>
              </a:rPr>
            </a:br>
            <a:r>
              <a:rPr lang="en-US" sz="4000" dirty="0">
                <a:solidFill>
                  <a:srgbClr val="00417E"/>
                </a:solidFill>
                <a:latin typeface="Arial" panose="020B0604020202020204" pitchFamily="34" charset="0"/>
                <a:cs typeface="Arial" panose="020B0604020202020204" pitchFamily="34" charset="0"/>
              </a:rPr>
              <a:t>questions that can't be answered</a:t>
            </a:r>
            <a:br>
              <a:rPr lang="en-US" sz="4000" dirty="0">
                <a:solidFill>
                  <a:srgbClr val="00417E"/>
                </a:solidFill>
                <a:latin typeface="Arial" panose="020B0604020202020204" pitchFamily="34" charset="0"/>
                <a:cs typeface="Arial" panose="020B0604020202020204" pitchFamily="34" charset="0"/>
              </a:rPr>
            </a:br>
            <a:r>
              <a:rPr lang="en-US" sz="4000" dirty="0">
                <a:solidFill>
                  <a:srgbClr val="00417E"/>
                </a:solidFill>
                <a:latin typeface="Arial" panose="020B0604020202020204" pitchFamily="34" charset="0"/>
                <a:cs typeface="Arial" panose="020B0604020202020204" pitchFamily="34" charset="0"/>
              </a:rPr>
              <a:t>than answers that can't be questioned.</a:t>
            </a:r>
            <a:endParaRPr lang="en-GB" sz="4000" dirty="0">
              <a:solidFill>
                <a:srgbClr val="00417E"/>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EBA611E3-78CC-6708-4696-D4D6D3D41049}"/>
              </a:ext>
            </a:extLst>
          </p:cNvPr>
          <p:cNvSpPr txBox="1"/>
          <p:nvPr userDrawn="1"/>
        </p:nvSpPr>
        <p:spPr>
          <a:xfrm>
            <a:off x="9068623" y="4765573"/>
            <a:ext cx="2968924" cy="461665"/>
          </a:xfrm>
          <a:prstGeom prst="rect">
            <a:avLst/>
          </a:prstGeom>
          <a:noFill/>
        </p:spPr>
        <p:txBody>
          <a:bodyPr wrap="square">
            <a:spAutoFit/>
          </a:bodyPr>
          <a:lstStyle/>
          <a:p>
            <a:r>
              <a:rPr lang="en-GB" sz="2400" dirty="0">
                <a:solidFill>
                  <a:srgbClr val="005E77"/>
                </a:solidFill>
              </a:rPr>
              <a:t>Richard P. Feynman</a:t>
            </a:r>
          </a:p>
        </p:txBody>
      </p:sp>
    </p:spTree>
    <p:extLst>
      <p:ext uri="{BB962C8B-B14F-4D97-AF65-F5344CB8AC3E}">
        <p14:creationId xmlns:p14="http://schemas.microsoft.com/office/powerpoint/2010/main" val="26272989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Leeg">
    <p:spTree>
      <p:nvGrpSpPr>
        <p:cNvPr id="1" name=""/>
        <p:cNvGrpSpPr/>
        <p:nvPr/>
      </p:nvGrpSpPr>
      <p:grpSpPr>
        <a:xfrm>
          <a:off x="0" y="0"/>
          <a:ext cx="0" cy="0"/>
          <a:chOff x="0" y="0"/>
          <a:chExt cx="0" cy="0"/>
        </a:xfrm>
      </p:grpSpPr>
      <p:sp>
        <p:nvSpPr>
          <p:cNvPr id="3" name="Tijdelijke aanduiding voor datum 1">
            <a:extLst>
              <a:ext uri="{FF2B5EF4-FFF2-40B4-BE49-F238E27FC236}">
                <a16:creationId xmlns:a16="http://schemas.microsoft.com/office/drawing/2014/main" id="{6235C20E-3391-4145-4D84-53842E905E6B}"/>
              </a:ext>
            </a:extLst>
          </p:cNvPr>
          <p:cNvSpPr>
            <a:spLocks noGrp="1"/>
          </p:cNvSpPr>
          <p:nvPr>
            <p:ph type="dt" sz="half" idx="10"/>
          </p:nvPr>
        </p:nvSpPr>
        <p:spPr>
          <a:xfrm>
            <a:off x="1440000" y="6210000"/>
            <a:ext cx="720000" cy="648000"/>
          </a:xfrm>
        </p:spPr>
        <p:txBody>
          <a:bodyPr/>
          <a:lstStyle/>
          <a:p>
            <a:fld id="{B93C70AB-10FC-774C-9E2D-C3FBC6B92CAF}" type="datetime1">
              <a:rPr lang="en-US" smtClean="0"/>
              <a:t>10/11/25</a:t>
            </a:fld>
            <a:endParaRPr lang="nl-NL" dirty="0"/>
          </a:p>
        </p:txBody>
      </p:sp>
      <p:sp>
        <p:nvSpPr>
          <p:cNvPr id="5" name="Tijdelijke aanduiding voor voettekst 2">
            <a:extLst>
              <a:ext uri="{FF2B5EF4-FFF2-40B4-BE49-F238E27FC236}">
                <a16:creationId xmlns:a16="http://schemas.microsoft.com/office/drawing/2014/main" id="{78D2F004-28B6-C370-D870-67D28C32D0D7}"/>
              </a:ext>
            </a:extLst>
          </p:cNvPr>
          <p:cNvSpPr>
            <a:spLocks noGrp="1"/>
          </p:cNvSpPr>
          <p:nvPr>
            <p:ph type="ftr" sz="quarter" idx="11"/>
          </p:nvPr>
        </p:nvSpPr>
        <p:spPr>
          <a:xfrm>
            <a:off x="5052003" y="6210000"/>
            <a:ext cx="4993200" cy="648000"/>
          </a:xfrm>
        </p:spPr>
        <p:txBody>
          <a:bodyPr/>
          <a:lstStyle/>
          <a:p>
            <a:endParaRPr lang="nl-NL" dirty="0"/>
          </a:p>
        </p:txBody>
      </p:sp>
      <p:sp>
        <p:nvSpPr>
          <p:cNvPr id="8" name="Tijdelijke aanduiding voor dianummer 3">
            <a:extLst>
              <a:ext uri="{FF2B5EF4-FFF2-40B4-BE49-F238E27FC236}">
                <a16:creationId xmlns:a16="http://schemas.microsoft.com/office/drawing/2014/main" id="{1AE2BA5A-EDBB-7957-59A2-5BB98B0C2656}"/>
              </a:ext>
            </a:extLst>
          </p:cNvPr>
          <p:cNvSpPr>
            <a:spLocks noGrp="1"/>
          </p:cNvSpPr>
          <p:nvPr>
            <p:ph type="sldNum" sz="quarter" idx="12"/>
          </p:nvPr>
        </p:nvSpPr>
        <p:spPr>
          <a:xfrm>
            <a:off x="576000" y="6210000"/>
            <a:ext cx="648000" cy="648000"/>
          </a:xfrm>
        </p:spPr>
        <p:txBody>
          <a:bodyPr/>
          <a:lstStyle/>
          <a:p>
            <a:fld id="{0A297500-7527-634B-90F4-69D0994C32B4}" type="slidenum">
              <a:rPr lang="nl-NL" smtClean="0"/>
              <a:t>‹#›</a:t>
            </a:fld>
            <a:endParaRPr lang="nl-NL" dirty="0"/>
          </a:p>
        </p:txBody>
      </p:sp>
    </p:spTree>
    <p:extLst>
      <p:ext uri="{BB962C8B-B14F-4D97-AF65-F5344CB8AC3E}">
        <p14:creationId xmlns:p14="http://schemas.microsoft.com/office/powerpoint/2010/main" val="95214852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 Id="rId15"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hthoek 8">
            <a:extLst>
              <a:ext uri="{FF2B5EF4-FFF2-40B4-BE49-F238E27FC236}">
                <a16:creationId xmlns:a16="http://schemas.microsoft.com/office/drawing/2014/main" id="{6BDB821E-3E44-1141-8C7B-FEB07B979251}"/>
              </a:ext>
            </a:extLst>
          </p:cNvPr>
          <p:cNvSpPr/>
          <p:nvPr userDrawn="1"/>
        </p:nvSpPr>
        <p:spPr>
          <a:xfrm>
            <a:off x="0" y="6210000"/>
            <a:ext cx="12193200" cy="648000"/>
          </a:xfrm>
          <a:prstGeom prst="rect">
            <a:avLst/>
          </a:prstGeom>
          <a:solidFill>
            <a:srgbClr val="001D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nl-BE"/>
          </a:p>
        </p:txBody>
      </p:sp>
      <p:sp>
        <p:nvSpPr>
          <p:cNvPr id="2" name="Tijdelijke aanduiding voor titel 1"/>
          <p:cNvSpPr>
            <a:spLocks noGrp="1"/>
          </p:cNvSpPr>
          <p:nvPr>
            <p:ph type="title"/>
          </p:nvPr>
        </p:nvSpPr>
        <p:spPr>
          <a:xfrm>
            <a:off x="576000" y="576000"/>
            <a:ext cx="11041200" cy="1112675"/>
          </a:xfrm>
          <a:prstGeom prst="rect">
            <a:avLst/>
          </a:prstGeom>
        </p:spPr>
        <p:txBody>
          <a:bodyPr vert="horz" lIns="0" tIns="0" rIns="0" bIns="0" rtlCol="0" anchor="t" anchorCtr="0">
            <a:normAutofit/>
          </a:bodyPr>
          <a:lstStyle/>
          <a:p>
            <a:r>
              <a:rPr lang="nl-NL" dirty="0"/>
              <a:t>Titelstijl van model bewerken</a:t>
            </a:r>
          </a:p>
        </p:txBody>
      </p:sp>
      <p:sp>
        <p:nvSpPr>
          <p:cNvPr id="3" name="Tijdelijke aanduiding voor tekst 2"/>
          <p:cNvSpPr>
            <a:spLocks noGrp="1"/>
          </p:cNvSpPr>
          <p:nvPr>
            <p:ph type="body" idx="1"/>
          </p:nvPr>
        </p:nvSpPr>
        <p:spPr>
          <a:xfrm>
            <a:off x="576000" y="1836000"/>
            <a:ext cx="11041200" cy="4046910"/>
          </a:xfrm>
          <a:prstGeom prst="rect">
            <a:avLst/>
          </a:prstGeom>
        </p:spPr>
        <p:txBody>
          <a:bodyPr vert="horz" lIns="0" tIns="0" rIns="0" bIns="0" rtlCol="0">
            <a:normAutofit/>
          </a:bodyPr>
          <a:lstStyle/>
          <a:p>
            <a:pPr lvl="0"/>
            <a:r>
              <a:rPr lang="nl-NL" dirty="0"/>
              <a:t>Klik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p>
        </p:txBody>
      </p:sp>
      <p:sp>
        <p:nvSpPr>
          <p:cNvPr id="4" name="Tijdelijke aanduiding voor datum 3"/>
          <p:cNvSpPr>
            <a:spLocks noGrp="1"/>
          </p:cNvSpPr>
          <p:nvPr>
            <p:ph type="dt" sz="half" idx="2"/>
          </p:nvPr>
        </p:nvSpPr>
        <p:spPr>
          <a:xfrm>
            <a:off x="1440000" y="6210000"/>
            <a:ext cx="720000" cy="648000"/>
          </a:xfrm>
          <a:prstGeom prst="rect">
            <a:avLst/>
          </a:prstGeom>
        </p:spPr>
        <p:txBody>
          <a:bodyPr vert="horz" lIns="0" tIns="0" rIns="0" bIns="0" rtlCol="0" anchor="ctr"/>
          <a:lstStyle>
            <a:lvl1pPr algn="l">
              <a:defRPr sz="1000" baseline="0">
                <a:solidFill>
                  <a:schemeClr val="bg1"/>
                </a:solidFill>
                <a:latin typeface="Arial" charset="0"/>
              </a:defRPr>
            </a:lvl1pPr>
          </a:lstStyle>
          <a:p>
            <a:fld id="{7F6F9242-A3CF-2647-958A-D832101EE83D}" type="datetime1">
              <a:rPr lang="en-US" smtClean="0"/>
              <a:t>10/11/25</a:t>
            </a:fld>
            <a:endParaRPr lang="nl-NL" dirty="0"/>
          </a:p>
        </p:txBody>
      </p:sp>
      <p:sp>
        <p:nvSpPr>
          <p:cNvPr id="5" name="Tijdelijke aanduiding voor voettekst 4"/>
          <p:cNvSpPr>
            <a:spLocks noGrp="1"/>
          </p:cNvSpPr>
          <p:nvPr>
            <p:ph type="ftr" sz="quarter" idx="3"/>
          </p:nvPr>
        </p:nvSpPr>
        <p:spPr>
          <a:xfrm>
            <a:off x="5052003" y="6210000"/>
            <a:ext cx="4993200" cy="648000"/>
          </a:xfrm>
          <a:prstGeom prst="rect">
            <a:avLst/>
          </a:prstGeom>
        </p:spPr>
        <p:txBody>
          <a:bodyPr vert="horz" lIns="0" tIns="0" rIns="180000" bIns="0" rtlCol="0" anchor="ctr"/>
          <a:lstStyle>
            <a:lvl1pPr algn="r">
              <a:defRPr sz="1000" baseline="0">
                <a:solidFill>
                  <a:schemeClr val="bg1"/>
                </a:solidFill>
                <a:latin typeface="Arial" charset="0"/>
              </a:defRPr>
            </a:lvl1pPr>
          </a:lstStyle>
          <a:p>
            <a:endParaRPr lang="nl-NL" dirty="0"/>
          </a:p>
        </p:txBody>
      </p:sp>
      <p:sp>
        <p:nvSpPr>
          <p:cNvPr id="6" name="Tijdelijke aanduiding voor dianummer 5"/>
          <p:cNvSpPr>
            <a:spLocks noGrp="1"/>
          </p:cNvSpPr>
          <p:nvPr>
            <p:ph type="sldNum" sz="quarter" idx="4"/>
          </p:nvPr>
        </p:nvSpPr>
        <p:spPr>
          <a:xfrm>
            <a:off x="576000" y="6210000"/>
            <a:ext cx="648000" cy="648000"/>
          </a:xfrm>
          <a:prstGeom prst="rect">
            <a:avLst/>
          </a:prstGeom>
        </p:spPr>
        <p:txBody>
          <a:bodyPr vert="horz" lIns="0" tIns="0" rIns="0" bIns="0" rtlCol="0" anchor="ctr"/>
          <a:lstStyle>
            <a:lvl1pPr algn="l">
              <a:defRPr sz="1000" baseline="0">
                <a:solidFill>
                  <a:schemeClr val="bg1"/>
                </a:solidFill>
                <a:latin typeface="Arial" charset="0"/>
              </a:defRPr>
            </a:lvl1pPr>
          </a:lstStyle>
          <a:p>
            <a:fld id="{0A297500-7527-634B-90F4-69D0994C32B4}" type="slidenum">
              <a:rPr lang="nl-NL" smtClean="0"/>
              <a:pPr/>
              <a:t>‹#›</a:t>
            </a:fld>
            <a:endParaRPr lang="nl-NL" dirty="0"/>
          </a:p>
        </p:txBody>
      </p:sp>
      <p:pic>
        <p:nvPicPr>
          <p:cNvPr id="7" name="Afbeelding 6" descr="Afbeelding met Lettertype, Graphics, logo, schermopname&#10;&#10;Automatisch gegenereerde beschrijving">
            <a:extLst>
              <a:ext uri="{FF2B5EF4-FFF2-40B4-BE49-F238E27FC236}">
                <a16:creationId xmlns:a16="http://schemas.microsoft.com/office/drawing/2014/main" id="{15E13232-C638-6951-DDA6-89141A14C296}"/>
              </a:ext>
            </a:extLst>
          </p:cNvPr>
          <p:cNvPicPr>
            <a:picLocks noChangeAspect="1"/>
          </p:cNvPicPr>
          <p:nvPr userDrawn="1"/>
        </p:nvPicPr>
        <p:blipFill>
          <a:blip r:embed="rId15"/>
          <a:stretch>
            <a:fillRect/>
          </a:stretch>
        </p:blipFill>
        <p:spPr>
          <a:xfrm>
            <a:off x="10290602" y="6357900"/>
            <a:ext cx="1655999" cy="325389"/>
          </a:xfrm>
          <a:prstGeom prst="rect">
            <a:avLst/>
          </a:prstGeom>
        </p:spPr>
      </p:pic>
    </p:spTree>
    <p:extLst>
      <p:ext uri="{BB962C8B-B14F-4D97-AF65-F5344CB8AC3E}">
        <p14:creationId xmlns:p14="http://schemas.microsoft.com/office/powerpoint/2010/main" val="4637559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4" r:id="rId3"/>
    <p:sldLayoutId id="2147483672" r:id="rId4"/>
    <p:sldLayoutId id="2147483671" r:id="rId5"/>
    <p:sldLayoutId id="2147483669" r:id="rId6"/>
    <p:sldLayoutId id="2147483668" r:id="rId7"/>
    <p:sldLayoutId id="2147483667" r:id="rId8"/>
    <p:sldLayoutId id="2147483665" r:id="rId9"/>
    <p:sldLayoutId id="2147483661" r:id="rId10"/>
    <p:sldLayoutId id="2147483666" r:id="rId11"/>
    <p:sldLayoutId id="2147483670" r:id="rId12"/>
    <p:sldLayoutId id="2147483651" r:id="rId13"/>
  </p:sldLayoutIdLst>
  <p:hf hdr="0"/>
  <p:txStyles>
    <p:titleStyle>
      <a:lvl1pPr algn="l" defTabSz="914400" rtl="0" eaLnBrk="1" latinLnBrk="0" hangingPunct="1">
        <a:lnSpc>
          <a:spcPct val="90000"/>
        </a:lnSpc>
        <a:spcBef>
          <a:spcPct val="0"/>
        </a:spcBef>
        <a:buNone/>
        <a:defRPr sz="4500" b="1" i="0" kern="1200" baseline="0">
          <a:solidFill>
            <a:srgbClr val="00407A"/>
          </a:solidFill>
          <a:latin typeface="Arial" charset="0"/>
          <a:ea typeface="+mj-ea"/>
          <a:cs typeface="+mj-cs"/>
        </a:defRPr>
      </a:lvl1pPr>
    </p:titleStyle>
    <p:bodyStyle>
      <a:lvl1pPr marL="0" indent="0" algn="l" defTabSz="914400" rtl="0" eaLnBrk="1" latinLnBrk="0" hangingPunct="1">
        <a:lnSpc>
          <a:spcPct val="90000"/>
        </a:lnSpc>
        <a:spcBef>
          <a:spcPts val="1000"/>
        </a:spcBef>
        <a:buFontTx/>
        <a:buNone/>
        <a:defRPr sz="2800" kern="1200" baseline="0">
          <a:solidFill>
            <a:srgbClr val="00407A"/>
          </a:solidFill>
          <a:latin typeface="Arial" charset="0"/>
          <a:ea typeface="+mn-ea"/>
          <a:cs typeface="+mn-cs"/>
        </a:defRPr>
      </a:lvl1pPr>
      <a:lvl2pPr marL="685800" indent="-228600" algn="l" defTabSz="914400" rtl="0" eaLnBrk="1" latinLnBrk="0" hangingPunct="1">
        <a:lnSpc>
          <a:spcPct val="90000"/>
        </a:lnSpc>
        <a:spcBef>
          <a:spcPts val="500"/>
        </a:spcBef>
        <a:buFont typeface="Arial"/>
        <a:buChar char="•"/>
        <a:defRPr sz="2400" kern="1200" baseline="0">
          <a:solidFill>
            <a:srgbClr val="00407A"/>
          </a:solidFill>
          <a:latin typeface="Arial" charset="0"/>
          <a:ea typeface="+mn-ea"/>
          <a:cs typeface="+mn-cs"/>
        </a:defRPr>
      </a:lvl2pPr>
      <a:lvl3pPr marL="1143000" indent="-228600" algn="l" defTabSz="914400" rtl="0" eaLnBrk="1" latinLnBrk="0" hangingPunct="1">
        <a:lnSpc>
          <a:spcPct val="90000"/>
        </a:lnSpc>
        <a:spcBef>
          <a:spcPts val="500"/>
        </a:spcBef>
        <a:buFont typeface="Arial"/>
        <a:buChar char="•"/>
        <a:defRPr sz="2000" kern="1200" baseline="0">
          <a:solidFill>
            <a:srgbClr val="00407A"/>
          </a:solidFill>
          <a:latin typeface="Arial" charset="0"/>
          <a:ea typeface="+mn-ea"/>
          <a:cs typeface="+mn-cs"/>
        </a:defRPr>
      </a:lvl3pPr>
      <a:lvl4pPr marL="1600200" indent="-228600" algn="l" defTabSz="914400" rtl="0" eaLnBrk="1" latinLnBrk="0" hangingPunct="1">
        <a:lnSpc>
          <a:spcPct val="90000"/>
        </a:lnSpc>
        <a:spcBef>
          <a:spcPts val="500"/>
        </a:spcBef>
        <a:buFont typeface="Arial"/>
        <a:buChar char="•"/>
        <a:defRPr sz="1800" kern="1200" baseline="0">
          <a:solidFill>
            <a:srgbClr val="00407A"/>
          </a:solidFill>
          <a:latin typeface="Arial" charset="0"/>
          <a:ea typeface="+mn-ea"/>
          <a:cs typeface="+mn-cs"/>
        </a:defRPr>
      </a:lvl4pPr>
      <a:lvl5pPr marL="2057400" indent="-228600" algn="l" defTabSz="914400" rtl="0" eaLnBrk="1" latinLnBrk="0" hangingPunct="1">
        <a:lnSpc>
          <a:spcPct val="90000"/>
        </a:lnSpc>
        <a:spcBef>
          <a:spcPts val="500"/>
        </a:spcBef>
        <a:buFont typeface="Arial"/>
        <a:buChar char="•"/>
        <a:defRPr sz="1800" kern="1200" baseline="0">
          <a:solidFill>
            <a:srgbClr val="00407A"/>
          </a:solidFill>
          <a:latin typeface="Arial"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9.png"/><Relationship Id="rId3" Type="http://schemas.openxmlformats.org/officeDocument/2006/relationships/notesSlide" Target="../notesSlides/notesSlide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7.png"/><Relationship Id="rId3" Type="http://schemas.openxmlformats.org/officeDocument/2006/relationships/notesSlide" Target="../notesSlides/notesSlide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0.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4.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5.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6.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7.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8.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9.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0.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1.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2.png"/><Relationship Id="rId3" Type="http://schemas.openxmlformats.org/officeDocument/2006/relationships/notesSlide" Target="../notesSlides/notesSlide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3.png"/><Relationship Id="rId3" Type="http://schemas.openxmlformats.org/officeDocument/2006/relationships/notesSlide" Target="../notesSlides/notesSlide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4.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5.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6.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7.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8.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9.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60.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61.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62.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63.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64.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65.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66.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67.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68.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69.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70.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71.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72.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73.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74.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75.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76.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77.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78.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Klasse B versterkers</a:t>
            </a:r>
          </a:p>
        </p:txBody>
      </p:sp>
      <p:sp>
        <p:nvSpPr>
          <p:cNvPr id="3" name="TextBox 2"/>
          <p:cNvSpPr txBox="1"/>
          <p:nvPr/>
        </p:nvSpPr>
        <p:spPr>
          <a:xfrm>
            <a:off x="6400800" y="4114800"/>
            <a:ext cx="4572000" cy="1828800"/>
          </a:xfrm>
          <a:prstGeom prst="rect">
            <a:avLst/>
          </a:prstGeom>
          <a:noFill/>
        </p:spPr>
        <p:txBody>
          <a:bodyPr wrap="none">
            <a:spAutoFit/>
          </a:bodyPr>
          <a:lstStyle/>
          <a:p>
            <a:pPr>
              <a:defRPr sz="2400">
                <a:solidFill>
                  <a:srgbClr val="FFFFFF"/>
                </a:solidFill>
              </a:defRPr>
            </a:pPr>
            <a:r>
              <a:t>Laagfrequent versterkers</a:t>
            </a:r>
          </a:p>
          <a:p>
            <a:pPr>
              <a:defRPr sz="2400">
                <a:solidFill>
                  <a:srgbClr val="FFFFFF"/>
                </a:solidFill>
              </a:defRPr>
            </a:pPr>
            <a:r>
              <a:t>met 2 vermogentransistor</a:t>
            </a:r>
          </a:p>
        </p:txBody>
      </p:sp>
      <p:sp>
        <p:nvSpPr>
          <p:cNvPr id="4" name="TextBox 3"/>
          <p:cNvSpPr txBox="1"/>
          <p:nvPr/>
        </p:nvSpPr>
        <p:spPr>
          <a:xfrm>
            <a:off x="6400800" y="5577840"/>
            <a:ext cx="1828800" cy="457200"/>
          </a:xfrm>
          <a:prstGeom prst="rect">
            <a:avLst/>
          </a:prstGeom>
          <a:noFill/>
        </p:spPr>
        <p:txBody>
          <a:bodyPr wrap="none">
            <a:spAutoFit/>
          </a:bodyPr>
          <a:lstStyle/>
          <a:p>
            <a:pPr>
              <a:defRPr>
                <a:solidFill>
                  <a:srgbClr val="FFFFFF"/>
                </a:solidFill>
              </a:defRPr>
            </a:pPr>
            <a:r>
              <a:t>Jan Genoe</a:t>
            </a:r>
          </a:p>
        </p:txBody>
      </p:sp>
      <p:sp>
        <p:nvSpPr>
          <p:cNvPr id="5" name="TextBox 4"/>
          <p:cNvSpPr txBox="1"/>
          <p:nvPr/>
        </p:nvSpPr>
        <p:spPr>
          <a:xfrm>
            <a:off x="6400800" y="5760720"/>
            <a:ext cx="1828800" cy="457200"/>
          </a:xfrm>
          <a:prstGeom prst="rect">
            <a:avLst/>
          </a:prstGeom>
          <a:noFill/>
        </p:spPr>
        <p:txBody>
          <a:bodyPr wrap="none">
            <a:spAutoFit/>
          </a:bodyPr>
          <a:lstStyle/>
          <a:p>
            <a:pPr>
              <a:defRPr>
                <a:solidFill>
                  <a:srgbClr val="FFFFFF"/>
                </a:solidFill>
              </a:defRPr>
            </a:pPr>
            <a:r>
              <a:t>Februari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spAutoFit/>
          </a:bodyPr>
          <a:lstStyle/>
          <a:p>
            <a:pPr lvl="1"/>
            <a:r>
              <a:t>Invoering van symmetrie</a:t>
            </a:r>
          </a:p>
          <a:p>
            <a:pPr lvl="2"/>
            <a:r>
              <a:t>2 transistors die elk de helft van de tijd in geleiding zijn</a:t>
            </a:r>
          </a:p>
          <a:p>
            <a:pPr lvl="2"/>
            <a:r>
              <a:t>DC werkingspunt in een zone van geringe dissipatie</a:t>
            </a:r>
          </a:p>
          <a:p>
            <a:pPr lvl="3"/>
            <a:r>
              <a:t>geen stroom door beide transistors</a:t>
            </a:r>
          </a:p>
          <a:p>
            <a:pPr lvl="1"/>
            <a:r>
              <a:t>Benamingen</a:t>
            </a:r>
          </a:p>
          <a:p>
            <a:pPr lvl="2"/>
            <a:r>
              <a:t>balansschakeling</a:t>
            </a:r>
          </a:p>
          <a:p>
            <a:pPr lvl="2"/>
            <a:r>
              <a:t>push-pull (duw-trek)</a:t>
            </a:r>
          </a:p>
          <a:p>
            <a:pPr lvl="1"/>
            <a:r>
              <a:t>Complexere schema’s in vergelijking met klasse A, maar een hoger rendement</a:t>
            </a:r>
          </a:p>
          <a:p>
            <a:pPr lvl="2"/>
            <a:r>
              <a:t>duurder in fabricatie</a:t>
            </a:r>
          </a:p>
          <a:p>
            <a:pPr lvl="2"/>
            <a:r>
              <a:t>goedkoper in werking</a:t>
            </a:r>
          </a:p>
        </p:txBody>
      </p:sp>
      <p:sp>
        <p:nvSpPr>
          <p:cNvPr id="3" name="Title 2"/>
          <p:cNvSpPr>
            <a:spLocks noGrp="1"/>
          </p:cNvSpPr>
          <p:nvPr>
            <p:ph type="title"/>
          </p:nvPr>
        </p:nvSpPr>
        <p:spPr/>
        <p:txBody>
          <a:bodyPr wrap="square">
            <a:noAutofit/>
          </a:bodyPr>
          <a:lstStyle/>
          <a:p>
            <a:r>
              <a:rPr sz="3200" b="1" i="0">
                <a:latin typeface="Arial"/>
              </a:rPr>
              <a:t>Situering</a:t>
            </a:r>
            <a:endParaRPr sz="3200" b="1" i="0">
              <a:latin typeface="Arial"/>
            </a:endParaRP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Autofit/>
          </a:bodyPr>
          <a:lstStyle/>
          <a:p>
            <a:r>
              <a:rPr sz="3200" b="1" i="0">
                <a:latin typeface="Arial"/>
              </a:rPr>
              <a:t>Basis schema</a:t>
            </a:r>
            <a:endParaRPr sz="3200" b="1" i="0">
              <a:latin typeface="Arial"/>
            </a:endParaRP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Basisschema</a:t>
            </a:r>
            <a:endParaRPr sz="3200" b="1" i="0">
              <a:latin typeface="Arial"/>
            </a:endParaRPr>
          </a:p>
        </p:txBody>
      </p:sp>
      <p:pic>
        <p:nvPicPr>
          <p:cNvPr id="4" name="Picture 3" descr="image.png"/>
          <p:cNvPicPr>
            <a:picLocks noChangeAspect="1"/>
          </p:cNvPicPr>
          <p:nvPr/>
        </p:nvPicPr>
        <p:blipFill>
          <a:blip r:embed="rId2"/>
          <a:stretch>
            <a:fillRect/>
          </a:stretch>
        </p:blipFill>
        <p:spPr>
          <a:xfrm>
            <a:off x="4203250" y="539496"/>
            <a:ext cx="3028400" cy="4535424"/>
          </a:xfrm>
          <a:prstGeom prst="rect">
            <a:avLst/>
          </a:prstGeom>
        </p:spPr>
      </p:pic>
      <p:sp>
        <p:nvSpPr>
          <p:cNvPr id="2" name="Content Placeholder 1"/>
          <p:cNvSpPr>
            <a:spLocks noGrp="1"/>
          </p:cNvSpPr>
          <p:nvPr>
            <p:ph idx="1"/>
          </p:nvPr>
        </p:nvSpPr>
        <p:spPr>
          <a:xfrm>
            <a:off x="914400" y="5166360"/>
            <a:ext cx="10820400" cy="5669280"/>
          </a:xfrm>
        </p:spPr>
        <p:txBody>
          <a:bodyPr>
            <a:spAutoFit/>
          </a:bodyPr>
          <a:lstStyle/>
          <a:p>
            <a:pPr lvl="1"/>
            <a:r>
              <a:t>NPN en PNP type transistor zijn beide de helft van de tijd in geleiding (bij sinusvormige sturing)</a:t>
            </a:r>
          </a:p>
          <a:p>
            <a:pPr lvl="1"/>
            <a:r>
              <a:t>Ook voor DC toepassingen bruikbaar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Pull-up en Pull Down</a:t>
            </a:r>
            <a:endParaRPr sz="3200" b="1" i="0">
              <a:latin typeface="Arial"/>
            </a:endParaRPr>
          </a:p>
        </p:txBody>
      </p:sp>
      <p:pic>
        <p:nvPicPr>
          <p:cNvPr id="4" name="Picture 3" descr="image.png"/>
          <p:cNvPicPr>
            <a:picLocks noChangeAspect="1"/>
          </p:cNvPicPr>
          <p:nvPr/>
        </p:nvPicPr>
        <p:blipFill>
          <a:blip r:embed="rId2"/>
          <a:stretch>
            <a:fillRect/>
          </a:stretch>
        </p:blipFill>
        <p:spPr>
          <a:xfrm>
            <a:off x="3736790" y="539496"/>
            <a:ext cx="4718420" cy="566928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Benoeming knopen</a:t>
            </a:r>
            <a:endParaRPr sz="3200" b="1" i="0">
              <a:latin typeface="Arial"/>
            </a:endParaRPr>
          </a:p>
        </p:txBody>
      </p:sp>
      <p:pic>
        <p:nvPicPr>
          <p:cNvPr id="4" name="Picture 3" descr="image.png"/>
          <p:cNvPicPr>
            <a:picLocks noChangeAspect="1"/>
          </p:cNvPicPr>
          <p:nvPr/>
        </p:nvPicPr>
        <p:blipFill>
          <a:blip r:embed="rId2"/>
          <a:stretch>
            <a:fillRect/>
          </a:stretch>
        </p:blipFill>
        <p:spPr>
          <a:xfrm>
            <a:off x="2968752" y="539496"/>
            <a:ext cx="6254496" cy="566928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wrap="square">
            <a:noAutofit/>
          </a:bodyPr>
          <a:lstStyle/>
          <a:p>
            <a:pPr>
              <a:lnSpc>
                <a:spcPts val="2400"/>
              </a:lnSpc>
              <a:defRPr>
                <a:solidFill>
                  <a:srgbClr val="FFFFFF"/>
                </a:solidFill>
              </a:defRPr>
            </a:pPr>
            <a:r>
              <a:rPr sz="2400" b="0" i="0">
                <a:latin typeface="Courier"/>
              </a:rPr>
              <a:t>Klasse B versterker</a:t>
            </a:r>
            <a:endParaRPr sz="2400" b="0" i="0">
              <a:latin typeface="Courier"/>
            </a:endParaRPr>
          </a:p>
          <a:p>
            <a:pPr>
              <a:lnSpc>
                <a:spcPts val="2400"/>
              </a:lnSpc>
              <a:defRPr>
                <a:solidFill>
                  <a:srgbClr val="FFFFFF"/>
                </a:solidFill>
              </a:defRPr>
            </a:pPr>
            <a:r>
              <a:rPr sz="2400" b="0" i="0">
                <a:latin typeface="Courier"/>
              </a:rPr>
              <a:t>*</a:t>
            </a:r>
            <a:endParaRPr sz="2400" b="0" i="0">
              <a:latin typeface="Courier"/>
            </a:endParaRPr>
          </a:p>
          <a:p>
            <a:pPr>
              <a:lnSpc>
                <a:spcPts val="2400"/>
              </a:lnSpc>
              <a:defRPr>
                <a:solidFill>
                  <a:srgbClr val="FFFFFF"/>
                </a:solidFill>
              </a:defRPr>
            </a:pPr>
            <a:r>
              <a:rPr sz="2400" b="0" i="0">
                <a:latin typeface="Courier"/>
              </a:rPr>
              <a:t>* SUPPLY VOLTAGES</a:t>
            </a:r>
            <a:endParaRPr sz="2400" b="0" i="0">
              <a:latin typeface="Courier"/>
            </a:endParaRPr>
          </a:p>
          <a:p>
            <a:pPr>
              <a:lnSpc>
                <a:spcPts val="2400"/>
              </a:lnSpc>
              <a:defRPr>
                <a:solidFill>
                  <a:srgbClr val="FFFFFF"/>
                </a:solidFill>
              </a:defRPr>
            </a:pPr>
            <a:r>
              <a:rPr sz="2400" b="0" i="0">
                <a:latin typeface="Courier"/>
              </a:rPr>
              <a:t>VPOS 8 0 DC	+15V</a:t>
            </a:r>
            <a:endParaRPr sz="2400" b="0" i="0">
              <a:latin typeface="Courier"/>
            </a:endParaRPr>
          </a:p>
          <a:p>
            <a:pPr>
              <a:lnSpc>
                <a:spcPts val="2400"/>
              </a:lnSpc>
              <a:defRPr>
                <a:solidFill>
                  <a:srgbClr val="FFFFFF"/>
                </a:solidFill>
              </a:defRPr>
            </a:pPr>
            <a:r>
              <a:rPr sz="2400" b="0" i="0">
                <a:latin typeface="Courier"/>
              </a:rPr>
              <a:t>VNEG 9 0 DC	-15V</a:t>
            </a:r>
            <a:endParaRPr sz="2400" b="0" i="0">
              <a:latin typeface="Courier"/>
            </a:endParaRPr>
          </a:p>
          <a:p>
            <a:pPr>
              <a:lnSpc>
                <a:spcPts val="2400"/>
              </a:lnSpc>
              <a:defRPr>
                <a:solidFill>
                  <a:srgbClr val="FFFFFF"/>
                </a:solidFill>
              </a:defRPr>
            </a:pPr>
            <a:r>
              <a:rPr sz="2400" b="0" i="0">
                <a:latin typeface="Courier"/>
              </a:rPr>
              <a:t>*</a:t>
            </a:r>
            <a:endParaRPr sz="2400" b="0" i="0">
              <a:latin typeface="Courier"/>
            </a:endParaRPr>
          </a:p>
          <a:p>
            <a:pPr>
              <a:lnSpc>
                <a:spcPts val="2400"/>
              </a:lnSpc>
              <a:defRPr>
                <a:solidFill>
                  <a:srgbClr val="FFFFFF"/>
                </a:solidFill>
              </a:defRPr>
            </a:pPr>
            <a:r>
              <a:rPr sz="2400" b="0" i="0">
                <a:latin typeface="Courier"/>
              </a:rPr>
              <a:t>*  input source</a:t>
            </a:r>
            <a:endParaRPr sz="2400" b="0" i="0">
              <a:latin typeface="Courier"/>
            </a:endParaRPr>
          </a:p>
          <a:p>
            <a:pPr>
              <a:lnSpc>
                <a:spcPts val="2400"/>
              </a:lnSpc>
              <a:defRPr>
                <a:solidFill>
                  <a:srgbClr val="FFFFFF"/>
                </a:solidFill>
              </a:defRPr>
            </a:pPr>
            <a:r>
              <a:rPr sz="2400" b="0" i="0">
                <a:latin typeface="Courier"/>
              </a:rPr>
              <a:t>VS1 1 0	DC 0 SIN(0V 5VPEAK 10KHZ)</a:t>
            </a:r>
            <a:endParaRPr sz="2400" b="0" i="0">
              <a:latin typeface="Courier"/>
            </a:endParaRPr>
          </a:p>
          <a:p>
            <a:pPr>
              <a:lnSpc>
                <a:spcPts val="2400"/>
              </a:lnSpc>
              <a:defRPr>
                <a:solidFill>
                  <a:srgbClr val="FFFFFF"/>
                </a:solidFill>
              </a:defRPr>
            </a:pPr>
            <a:r>
              <a:rPr sz="2400" b="0" i="0">
                <a:latin typeface="Courier"/>
              </a:rPr>
              <a:t>*</a:t>
            </a:r>
            <a:endParaRPr sz="2400" b="0" i="0">
              <a:latin typeface="Courier"/>
            </a:endParaRPr>
          </a:p>
          <a:p>
            <a:pPr>
              <a:lnSpc>
                <a:spcPts val="2400"/>
              </a:lnSpc>
              <a:defRPr>
                <a:solidFill>
                  <a:srgbClr val="FFFFFF"/>
                </a:solidFill>
              </a:defRPr>
            </a:pPr>
            <a:r>
              <a:rPr sz="2400" b="0" i="0">
                <a:latin typeface="Courier"/>
              </a:rPr>
              <a:t>*  PUSH-PULL TRANSISTOR OUTPUT STAGE</a:t>
            </a:r>
            <a:endParaRPr sz="2400" b="0" i="0">
              <a:latin typeface="Courier"/>
            </a:endParaRPr>
          </a:p>
          <a:p>
            <a:pPr>
              <a:lnSpc>
                <a:spcPts val="2400"/>
              </a:lnSpc>
              <a:defRPr>
                <a:solidFill>
                  <a:srgbClr val="FFFFFF"/>
                </a:solidFill>
              </a:defRPr>
            </a:pPr>
            <a:r>
              <a:rPr sz="2400" b="0" i="0">
                <a:latin typeface="Courier"/>
              </a:rPr>
              <a:t>Q1 8 1 2 QNPN</a:t>
            </a:r>
            <a:endParaRPr sz="2400" b="0" i="0">
              <a:latin typeface="Courier"/>
            </a:endParaRPr>
          </a:p>
        </p:txBody>
      </p:sp>
      <p:sp>
        <p:nvSpPr>
          <p:cNvPr id="3" name="Title 2"/>
          <p:cNvSpPr>
            <a:spLocks noGrp="1"/>
          </p:cNvSpPr>
          <p:nvPr>
            <p:ph type="title"/>
          </p:nvPr>
        </p:nvSpPr>
        <p:spPr/>
        <p:txBody>
          <a:bodyPr wrap="square">
            <a:noAutofit/>
          </a:bodyPr>
          <a:lstStyle/>
          <a:p>
            <a:r>
              <a:rPr sz="3200" b="1" i="0">
                <a:latin typeface="Arial"/>
              </a:rPr>
              <a:t>SPICE code</a:t>
            </a:r>
            <a:endParaRPr sz="3200" b="1" i="0">
              <a:latin typeface="Arial"/>
            </a:endParaRP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wrap="square">
            <a:noAutofit/>
          </a:bodyPr>
          <a:lstStyle/>
          <a:p>
            <a:pPr>
              <a:lnSpc>
                <a:spcPts val="2400"/>
              </a:lnSpc>
              <a:defRPr>
                <a:solidFill>
                  <a:srgbClr val="FFFFFF"/>
                </a:solidFill>
              </a:defRPr>
            </a:pPr>
            <a:r>
              <a:rPr sz="2400" b="0" i="0">
                <a:latin typeface="Courier"/>
              </a:rPr>
              <a:t>Q2 9 1 2 QPNP</a:t>
            </a:r>
            <a:endParaRPr sz="2400" b="0" i="0">
              <a:latin typeface="Courier"/>
            </a:endParaRPr>
          </a:p>
          <a:p>
            <a:pPr>
              <a:lnSpc>
                <a:spcPts val="2400"/>
              </a:lnSpc>
              <a:defRPr>
                <a:solidFill>
                  <a:srgbClr val="FFFFFF"/>
                </a:solidFill>
              </a:defRPr>
            </a:pPr>
            <a:r>
              <a:rPr sz="2400" b="0" i="0">
                <a:latin typeface="Courier"/>
              </a:rPr>
              <a:t>*</a:t>
            </a:r>
            <a:endParaRPr sz="2400" b="0" i="0">
              <a:latin typeface="Courier"/>
            </a:endParaRPr>
          </a:p>
          <a:p>
            <a:pPr>
              <a:lnSpc>
                <a:spcPts val="2400"/>
              </a:lnSpc>
              <a:defRPr>
                <a:solidFill>
                  <a:srgbClr val="FFFFFF"/>
                </a:solidFill>
              </a:defRPr>
            </a:pPr>
            <a:r>
              <a:rPr sz="2400" b="0" i="0">
                <a:latin typeface="Courier"/>
              </a:rPr>
              <a:t>* Load resistance</a:t>
            </a:r>
            <a:endParaRPr sz="2400" b="0" i="0">
              <a:latin typeface="Courier"/>
            </a:endParaRPr>
          </a:p>
          <a:p>
            <a:pPr>
              <a:lnSpc>
                <a:spcPts val="2400"/>
              </a:lnSpc>
              <a:defRPr>
                <a:solidFill>
                  <a:srgbClr val="FFFFFF"/>
                </a:solidFill>
              </a:defRPr>
            </a:pPr>
            <a:r>
              <a:rPr sz="2400" b="0" i="0">
                <a:latin typeface="Courier"/>
              </a:rPr>
              <a:t>RL1 2 0	100</a:t>
            </a:r>
            <a:endParaRPr sz="2400" b="0" i="0">
              <a:latin typeface="Courier"/>
            </a:endParaRPr>
          </a:p>
          <a:p>
            <a:pPr>
              <a:lnSpc>
                <a:spcPts val="2400"/>
              </a:lnSpc>
              <a:defRPr>
                <a:solidFill>
                  <a:srgbClr val="FFFFFF"/>
                </a:solidFill>
              </a:defRPr>
            </a:pPr>
            <a:r>
              <a:rPr sz="2400" b="0" i="0">
                <a:latin typeface="Courier"/>
              </a:rPr>
              <a:t>*</a:t>
            </a:r>
            <a:endParaRPr sz="2400" b="0" i="0">
              <a:latin typeface="Courier"/>
            </a:endParaRPr>
          </a:p>
          <a:p>
            <a:pPr>
              <a:lnSpc>
                <a:spcPts val="2400"/>
              </a:lnSpc>
              <a:defRPr>
                <a:solidFill>
                  <a:srgbClr val="FFFFFF"/>
                </a:solidFill>
              </a:defRPr>
            </a:pPr>
            <a:r>
              <a:rPr sz="2400" b="0" i="0">
                <a:latin typeface="Courier"/>
              </a:rPr>
              <a:t>* DEVICE MODELS</a:t>
            </a:r>
            <a:endParaRPr sz="2400" b="0" i="0">
              <a:latin typeface="Courier"/>
            </a:endParaRPr>
          </a:p>
          <a:p>
            <a:pPr>
              <a:lnSpc>
                <a:spcPts val="2400"/>
              </a:lnSpc>
              <a:defRPr>
                <a:solidFill>
                  <a:srgbClr val="FFFFFF"/>
                </a:solidFill>
              </a:defRPr>
            </a:pPr>
            <a:r>
              <a:rPr sz="2400" b="0" i="0">
                <a:latin typeface="Courier"/>
              </a:rPr>
              <a:t>.model QNPN	NPN(BF=50)</a:t>
            </a:r>
            <a:endParaRPr sz="2400" b="0" i="0">
              <a:latin typeface="Courier"/>
            </a:endParaRPr>
          </a:p>
          <a:p>
            <a:pPr>
              <a:lnSpc>
                <a:spcPts val="2400"/>
              </a:lnSpc>
              <a:defRPr>
                <a:solidFill>
                  <a:srgbClr val="FFFFFF"/>
                </a:solidFill>
              </a:defRPr>
            </a:pPr>
            <a:r>
              <a:rPr sz="2400" b="0" i="0">
                <a:latin typeface="Courier"/>
              </a:rPr>
              <a:t>.model QPNP	PNP(BF=50)</a:t>
            </a:r>
            <a:endParaRPr sz="2400" b="0" i="0">
              <a:latin typeface="Courier"/>
            </a:endParaRPr>
          </a:p>
        </p:txBody>
      </p:sp>
      <p:sp>
        <p:nvSpPr>
          <p:cNvPr id="3" name="Title 2"/>
          <p:cNvSpPr>
            <a:spLocks noGrp="1"/>
          </p:cNvSpPr>
          <p:nvPr>
            <p:ph type="title"/>
          </p:nvPr>
        </p:nvSpPr>
        <p:spPr/>
        <p:txBody>
          <a:bodyPr wrap="square">
            <a:noAutofit/>
          </a:bodyPr>
          <a:lstStyle/>
          <a:p>
            <a:r>
              <a:rPr sz="3200" b="1" i="0">
                <a:latin typeface="Arial"/>
              </a:rPr>
              <a:t>SPICE code</a:t>
            </a:r>
            <a:endParaRPr sz="3200" b="1" i="0">
              <a:latin typeface="Arial"/>
            </a:endParaRP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Verloop van Stroom en Spanning</a:t>
            </a:r>
            <a:endParaRPr sz="3200" b="1" i="0">
              <a:latin typeface="Arial"/>
            </a:endParaRPr>
          </a:p>
        </p:txBody>
      </p:sp>
      <p:pic>
        <p:nvPicPr>
          <p:cNvPr id="4" name="Picture 3" descr="image.png"/>
          <p:cNvPicPr>
            <a:picLocks noChangeAspect="1"/>
          </p:cNvPicPr>
          <p:nvPr/>
        </p:nvPicPr>
        <p:blipFill>
          <a:blip r:embed="rId2"/>
          <a:stretch>
            <a:fillRect/>
          </a:stretch>
        </p:blipFill>
        <p:spPr>
          <a:xfrm>
            <a:off x="2514084" y="539496"/>
            <a:ext cx="7163832" cy="566928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Detail stroom en spanning rond nuldoorgang</a:t>
            </a:r>
            <a:endParaRPr sz="3200" b="1" i="0">
              <a:latin typeface="Arial"/>
            </a:endParaRPr>
          </a:p>
        </p:txBody>
      </p:sp>
      <p:pic>
        <p:nvPicPr>
          <p:cNvPr id="4" name="Picture 3" descr="image.png"/>
          <p:cNvPicPr>
            <a:picLocks noChangeAspect="1"/>
          </p:cNvPicPr>
          <p:nvPr/>
        </p:nvPicPr>
        <p:blipFill>
          <a:blip r:embed="rId2"/>
          <a:stretch>
            <a:fillRect/>
          </a:stretch>
        </p:blipFill>
        <p:spPr>
          <a:xfrm>
            <a:off x="2480686" y="539496"/>
            <a:ext cx="7230628" cy="566928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Stroom door en spanning over</a:t>
            </a:r>
            <a:endParaRPr sz="3200" b="1" i="0">
              <a:latin typeface="Arial"/>
            </a:endParaRPr>
          </a:p>
        </p:txBody>
      </p:sp>
      <p:pic>
        <p:nvPicPr>
          <p:cNvPr id="4" name="Picture 3" descr="image.png"/>
          <p:cNvPicPr>
            <a:picLocks noChangeAspect="1"/>
          </p:cNvPicPr>
          <p:nvPr/>
        </p:nvPicPr>
        <p:blipFill>
          <a:blip r:embed="rId2"/>
          <a:stretch>
            <a:fillRect/>
          </a:stretch>
        </p:blipFill>
        <p:spPr>
          <a:xfrm>
            <a:off x="2580879" y="539496"/>
            <a:ext cx="7030241" cy="566928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AC schema</a:t>
            </a:r>
            <a:endParaRPr sz="3200" b="1" i="0">
              <a:latin typeface="Arial"/>
            </a:endParaRPr>
          </a:p>
        </p:txBody>
      </p:sp>
      <p:pic>
        <p:nvPicPr>
          <p:cNvPr id="4" name="Picture 3" descr="image.png"/>
          <p:cNvPicPr>
            <a:picLocks noChangeAspect="1"/>
          </p:cNvPicPr>
          <p:nvPr/>
        </p:nvPicPr>
        <p:blipFill>
          <a:blip r:embed="rId2"/>
          <a:stretch>
            <a:fillRect/>
          </a:stretch>
        </p:blipFill>
        <p:spPr>
          <a:xfrm>
            <a:off x="1961397" y="539496"/>
            <a:ext cx="5540367" cy="3798417"/>
          </a:xfrm>
          <a:prstGeom prst="rect">
            <a:avLst/>
          </a:prstGeom>
        </p:spPr>
      </p:pic>
      <p:sp>
        <p:nvSpPr>
          <p:cNvPr id="2" name="Content Placeholder 1"/>
          <p:cNvSpPr>
            <a:spLocks noGrp="1"/>
          </p:cNvSpPr>
          <p:nvPr>
            <p:ph idx="1"/>
          </p:nvPr>
        </p:nvSpPr>
        <p:spPr>
          <a:xfrm>
            <a:off x="914400" y="4429353"/>
            <a:ext cx="10820400" cy="5669280"/>
          </a:xfrm>
        </p:spPr>
        <p:txBody>
          <a:bodyPr>
            <a:spAutoFit/>
          </a:bodyPr>
          <a:lstStyle/>
          <a:p>
            <a:pPr lvl="1"/>
            <a:r>
              <a:t>Geen  aftakkingen op de voeding nodig</a:t>
            </a:r>
          </a:p>
          <a:p>
            <a:pPr lvl="2"/>
            <a:r>
              <a:t>Goedkopere voeding</a:t>
            </a:r>
          </a:p>
          <a:p>
            <a:pPr lvl="1"/>
            <a:r>
              <a:t>Geen gevaar voor drift</a:t>
            </a:r>
          </a:p>
          <a:p>
            <a:pPr lvl="2"/>
            <a:r>
              <a:t>In de DC versie geeft drift van het instelpunt belangrijke DC stromen door de belasting.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Transistor instelling</a:t>
            </a:r>
            <a:endParaRPr sz="3200" b="1" i="0">
              <a:latin typeface="Arial"/>
            </a:endParaRPr>
          </a:p>
        </p:txBody>
      </p:sp>
      <p:pic>
        <p:nvPicPr>
          <p:cNvPr id="4" name="Picture 3" descr="image.png"/>
          <p:cNvPicPr>
            <a:picLocks noChangeAspect="1"/>
          </p:cNvPicPr>
          <p:nvPr/>
        </p:nvPicPr>
        <p:blipFill>
          <a:blip r:embed="rId2"/>
          <a:stretch>
            <a:fillRect/>
          </a:stretch>
        </p:blipFill>
        <p:spPr>
          <a:xfrm>
            <a:off x="1923477" y="539496"/>
            <a:ext cx="5841532" cy="3968495"/>
          </a:xfrm>
          <a:prstGeom prst="rect">
            <a:avLst/>
          </a:prstGeom>
        </p:spPr>
      </p:pic>
      <p:sp>
        <p:nvSpPr>
          <p:cNvPr id="2" name="Content Placeholder 1"/>
          <p:cNvSpPr>
            <a:spLocks noGrp="1"/>
          </p:cNvSpPr>
          <p:nvPr>
            <p:ph idx="1"/>
          </p:nvPr>
        </p:nvSpPr>
        <p:spPr>
          <a:xfrm>
            <a:off x="914400" y="4599431"/>
            <a:ext cx="10820400" cy="5669280"/>
          </a:xfrm>
        </p:spPr>
        <p:txBody>
          <a:bodyPr>
            <a:spAutoFit/>
          </a:bodyPr>
          <a:lstStyle/>
          <a:p>
            <a:pPr lvl="1"/>
            <a:r>
              <a:t>Basissen worden gezamenlijk gestuurd met dezelfde spanning</a:t>
            </a:r>
          </a:p>
          <a:p>
            <a:pPr lvl="1"/>
            <a:r>
              <a:t>Beide transistors zijn emitter volgers</a:t>
            </a:r>
          </a:p>
          <a:p>
            <a:pPr lvl="2"/>
            <a:r>
              <a:t>spanningsversterking = 1</a:t>
            </a:r>
          </a:p>
          <a:p>
            <a:pPr lvl="2"/>
            <a:r>
              <a:t>stroomversterking </a:t>
            </a:r>
            <a:r>
              <a:t>β</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Cross-over en distorsie</a:t>
            </a:r>
            <a:endParaRPr sz="3200" b="1" i="0">
              <a:latin typeface="Arial"/>
            </a:endParaRPr>
          </a:p>
        </p:txBody>
      </p:sp>
      <p:pic>
        <p:nvPicPr>
          <p:cNvPr id="4" name="Picture 3" descr="image.png"/>
          <p:cNvPicPr>
            <a:picLocks noChangeAspect="1"/>
          </p:cNvPicPr>
          <p:nvPr/>
        </p:nvPicPr>
        <p:blipFill>
          <a:blip r:embed="rId2"/>
          <a:stretch>
            <a:fillRect/>
          </a:stretch>
        </p:blipFill>
        <p:spPr>
          <a:xfrm>
            <a:off x="1151622" y="539496"/>
            <a:ext cx="9888756" cy="566928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Autofit/>
          </a:bodyPr>
          <a:lstStyle/>
          <a:p>
            <a:r>
              <a:rPr sz="3200" b="1" i="0">
                <a:latin typeface="Arial"/>
              </a:rPr>
              <a:t>Gebruik van de voorinstelspanning</a:t>
            </a:r>
            <a:endParaRPr sz="3200" b="1" i="0">
              <a:latin typeface="Arial"/>
            </a:endParaRP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Voorinstelspanning</a:t>
            </a:r>
            <a:endParaRPr sz="3200" b="1" i="0">
              <a:latin typeface="Arial"/>
            </a:endParaRPr>
          </a:p>
        </p:txBody>
      </p:sp>
      <p:pic>
        <p:nvPicPr>
          <p:cNvPr id="4" name="Picture 3" descr="image.png"/>
          <p:cNvPicPr>
            <a:picLocks noChangeAspect="1"/>
          </p:cNvPicPr>
          <p:nvPr/>
        </p:nvPicPr>
        <p:blipFill>
          <a:blip r:embed="rId2"/>
          <a:stretch>
            <a:fillRect/>
          </a:stretch>
        </p:blipFill>
        <p:spPr>
          <a:xfrm>
            <a:off x="1857123" y="539496"/>
            <a:ext cx="8477754" cy="566928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Spanningsdeler als instelspanning</a:t>
            </a:r>
            <a:endParaRPr sz="3200" b="1" i="0">
              <a:latin typeface="Arial"/>
            </a:endParaRPr>
          </a:p>
        </p:txBody>
      </p:sp>
      <p:pic>
        <p:nvPicPr>
          <p:cNvPr id="4" name="Picture 3" descr="image.png"/>
          <p:cNvPicPr>
            <a:picLocks noChangeAspect="1"/>
          </p:cNvPicPr>
          <p:nvPr/>
        </p:nvPicPr>
        <p:blipFill>
          <a:blip r:embed="rId2"/>
          <a:stretch>
            <a:fillRect/>
          </a:stretch>
        </p:blipFill>
        <p:spPr>
          <a:xfrm>
            <a:off x="1216511" y="539496"/>
            <a:ext cx="9758977" cy="566928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Diodes als instelelement</a:t>
            </a:r>
            <a:endParaRPr sz="3200" b="1" i="0">
              <a:latin typeface="Arial"/>
            </a:endParaRPr>
          </a:p>
        </p:txBody>
      </p:sp>
      <p:pic>
        <p:nvPicPr>
          <p:cNvPr id="4" name="Picture 3" descr="image.png"/>
          <p:cNvPicPr>
            <a:picLocks noChangeAspect="1"/>
          </p:cNvPicPr>
          <p:nvPr/>
        </p:nvPicPr>
        <p:blipFill>
          <a:blip r:embed="rId2"/>
          <a:stretch>
            <a:fillRect/>
          </a:stretch>
        </p:blipFill>
        <p:spPr>
          <a:xfrm>
            <a:off x="1292953" y="539496"/>
            <a:ext cx="9606093" cy="566928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Diodes als instelelement</a:t>
            </a:r>
            <a:endParaRPr sz="3200" b="1" i="0">
              <a:latin typeface="Arial"/>
            </a:endParaRPr>
          </a:p>
        </p:txBody>
      </p:sp>
      <p:pic>
        <p:nvPicPr>
          <p:cNvPr id="4" name="Picture 3" descr="image.png"/>
          <p:cNvPicPr>
            <a:picLocks noChangeAspect="1"/>
          </p:cNvPicPr>
          <p:nvPr/>
        </p:nvPicPr>
        <p:blipFill>
          <a:blip r:embed="rId2"/>
          <a:stretch>
            <a:fillRect/>
          </a:stretch>
        </p:blipFill>
        <p:spPr>
          <a:xfrm>
            <a:off x="1148417" y="539496"/>
            <a:ext cx="9895165" cy="566928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Voorinstelspanning met diodes</a:t>
            </a:r>
            <a:endParaRPr sz="3200" b="1" i="0">
              <a:latin typeface="Arial"/>
            </a:endParaRPr>
          </a:p>
        </p:txBody>
      </p:sp>
      <p:pic>
        <p:nvPicPr>
          <p:cNvPr id="4" name="Picture 3" descr="image.png"/>
          <p:cNvPicPr>
            <a:picLocks noChangeAspect="1"/>
          </p:cNvPicPr>
          <p:nvPr/>
        </p:nvPicPr>
        <p:blipFill>
          <a:blip r:embed="rId2"/>
          <a:stretch>
            <a:fillRect/>
          </a:stretch>
        </p:blipFill>
        <p:spPr>
          <a:xfrm>
            <a:off x="2875149" y="539496"/>
            <a:ext cx="6441701" cy="566928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wrap="square">
            <a:noAutofit/>
          </a:bodyPr>
          <a:lstStyle/>
          <a:p>
            <a:pPr>
              <a:lnSpc>
                <a:spcPts val="2400"/>
              </a:lnSpc>
              <a:defRPr>
                <a:solidFill>
                  <a:srgbClr val="FFFFFF"/>
                </a:solidFill>
              </a:defRPr>
            </a:pPr>
            <a:r>
              <a:rPr sz="2400" b="0" i="0">
                <a:latin typeface="Courier"/>
              </a:rPr>
              <a:t>Klasse B versterker</a:t>
            </a:r>
            <a:endParaRPr sz="2400" b="0" i="0">
              <a:latin typeface="Courier"/>
            </a:endParaRPr>
          </a:p>
          <a:p>
            <a:pPr>
              <a:lnSpc>
                <a:spcPts val="2400"/>
              </a:lnSpc>
              <a:defRPr>
                <a:solidFill>
                  <a:srgbClr val="FFFFFF"/>
                </a:solidFill>
              </a:defRPr>
            </a:pPr>
            <a:r>
              <a:rPr sz="2400" b="0" i="0">
                <a:latin typeface="Courier"/>
              </a:rPr>
              <a:t>*</a:t>
            </a:r>
            <a:endParaRPr sz="2400" b="0" i="0">
              <a:latin typeface="Courier"/>
            </a:endParaRPr>
          </a:p>
          <a:p>
            <a:pPr>
              <a:lnSpc>
                <a:spcPts val="2400"/>
              </a:lnSpc>
              <a:defRPr>
                <a:solidFill>
                  <a:srgbClr val="FFFFFF"/>
                </a:solidFill>
              </a:defRPr>
            </a:pPr>
            <a:r>
              <a:rPr sz="2400" b="0" i="0">
                <a:latin typeface="Courier"/>
              </a:rPr>
              <a:t>* SUPPLY VOLTAGES</a:t>
            </a:r>
            <a:endParaRPr sz="2400" b="0" i="0">
              <a:latin typeface="Courier"/>
            </a:endParaRPr>
          </a:p>
          <a:p>
            <a:pPr>
              <a:lnSpc>
                <a:spcPts val="2400"/>
              </a:lnSpc>
              <a:defRPr>
                <a:solidFill>
                  <a:srgbClr val="FFFFFF"/>
                </a:solidFill>
              </a:defRPr>
            </a:pPr>
            <a:r>
              <a:rPr sz="2400" b="0" i="0">
                <a:latin typeface="Courier"/>
              </a:rPr>
              <a:t>VPOS 8 0 DC +15V</a:t>
            </a:r>
            <a:endParaRPr sz="2400" b="0" i="0">
              <a:latin typeface="Courier"/>
            </a:endParaRPr>
          </a:p>
          <a:p>
            <a:pPr>
              <a:lnSpc>
                <a:spcPts val="2400"/>
              </a:lnSpc>
              <a:defRPr>
                <a:solidFill>
                  <a:srgbClr val="FFFFFF"/>
                </a:solidFill>
              </a:defRPr>
            </a:pPr>
            <a:r>
              <a:rPr sz="2400" b="0" i="0">
                <a:latin typeface="Courier"/>
              </a:rPr>
              <a:t>VNEG 9 0 DC -15V</a:t>
            </a:r>
            <a:endParaRPr sz="2400" b="0" i="0">
              <a:latin typeface="Courier"/>
            </a:endParaRPr>
          </a:p>
          <a:p>
            <a:pPr>
              <a:lnSpc>
                <a:spcPts val="2400"/>
              </a:lnSpc>
              <a:defRPr>
                <a:solidFill>
                  <a:srgbClr val="FFFFFF"/>
                </a:solidFill>
              </a:defRPr>
            </a:pPr>
            <a:r>
              <a:rPr sz="2400" b="0" i="0">
                <a:latin typeface="Courier"/>
              </a:rPr>
              <a:t>*</a:t>
            </a:r>
            <a:endParaRPr sz="2400" b="0" i="0">
              <a:latin typeface="Courier"/>
            </a:endParaRPr>
          </a:p>
          <a:p>
            <a:pPr>
              <a:lnSpc>
                <a:spcPts val="2400"/>
              </a:lnSpc>
              <a:defRPr>
                <a:solidFill>
                  <a:srgbClr val="FFFFFF"/>
                </a:solidFill>
              </a:defRPr>
            </a:pPr>
            <a:r>
              <a:rPr sz="2400" b="0" i="0">
                <a:latin typeface="Courier"/>
              </a:rPr>
              <a:t>VS2 10 0 DC 0 SIN(0V 5VPEAK 10KHZ)</a:t>
            </a:r>
            <a:endParaRPr sz="2400" b="0" i="0">
              <a:latin typeface="Courier"/>
            </a:endParaRPr>
          </a:p>
          <a:p>
            <a:pPr>
              <a:lnSpc>
                <a:spcPts val="2400"/>
              </a:lnSpc>
              <a:defRPr>
                <a:solidFill>
                  <a:srgbClr val="FFFFFF"/>
                </a:solidFill>
              </a:defRPr>
            </a:pPr>
            <a:r>
              <a:rPr sz="2400" b="0" i="0">
                <a:latin typeface="Courier"/>
              </a:rPr>
              <a:t>*</a:t>
            </a:r>
            <a:endParaRPr sz="2400" b="0" i="0">
              <a:latin typeface="Courier"/>
            </a:endParaRPr>
          </a:p>
          <a:p>
            <a:pPr>
              <a:lnSpc>
                <a:spcPts val="2400"/>
              </a:lnSpc>
              <a:defRPr>
                <a:solidFill>
                  <a:srgbClr val="FFFFFF"/>
                </a:solidFill>
              </a:defRPr>
            </a:pPr>
            <a:r>
              <a:rPr sz="2400" b="0" i="0">
                <a:latin typeface="Courier"/>
              </a:rPr>
              <a:t>D1  13 10   DNOM</a:t>
            </a:r>
            <a:endParaRPr sz="2400" b="0" i="0">
              <a:latin typeface="Courier"/>
            </a:endParaRPr>
          </a:p>
          <a:p>
            <a:pPr>
              <a:lnSpc>
                <a:spcPts val="2400"/>
              </a:lnSpc>
              <a:defRPr>
                <a:solidFill>
                  <a:srgbClr val="FFFFFF"/>
                </a:solidFill>
              </a:defRPr>
            </a:pPr>
            <a:r>
              <a:rPr sz="2400" b="0" i="0">
                <a:latin typeface="Courier"/>
              </a:rPr>
              <a:t>RB1 13 8    10K</a:t>
            </a:r>
            <a:endParaRPr sz="2400" b="0" i="0">
              <a:latin typeface="Courier"/>
            </a:endParaRPr>
          </a:p>
          <a:p>
            <a:pPr>
              <a:lnSpc>
                <a:spcPts val="2400"/>
              </a:lnSpc>
              <a:defRPr>
                <a:solidFill>
                  <a:srgbClr val="FFFFFF"/>
                </a:solidFill>
              </a:defRPr>
            </a:pPr>
            <a:r>
              <a:rPr sz="2400" b="0" i="0">
                <a:latin typeface="Courier"/>
              </a:rPr>
              <a:t>Q11 8 13 12 QNPN</a:t>
            </a:r>
            <a:endParaRPr sz="2400" b="0" i="0">
              <a:latin typeface="Courier"/>
            </a:endParaRPr>
          </a:p>
        </p:txBody>
      </p:sp>
      <p:sp>
        <p:nvSpPr>
          <p:cNvPr id="3" name="Title 2"/>
          <p:cNvSpPr>
            <a:spLocks noGrp="1"/>
          </p:cNvSpPr>
          <p:nvPr>
            <p:ph type="title"/>
          </p:nvPr>
        </p:nvSpPr>
        <p:spPr/>
        <p:txBody>
          <a:bodyPr wrap="square">
            <a:noAutofit/>
          </a:bodyPr>
          <a:lstStyle/>
          <a:p>
            <a:r>
              <a:rPr sz="3200" b="1" i="0">
                <a:latin typeface="Arial"/>
              </a:rPr>
              <a:t>SPICE code: voorinstelspanning met diodes</a:t>
            </a:r>
            <a:endParaRPr sz="3200" b="1" i="0">
              <a:latin typeface="Arial"/>
            </a:endParaRP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wrap="square">
            <a:noAutofit/>
          </a:bodyPr>
          <a:lstStyle/>
          <a:p>
            <a:pPr>
              <a:lnSpc>
                <a:spcPts val="2400"/>
              </a:lnSpc>
              <a:defRPr>
                <a:solidFill>
                  <a:srgbClr val="FFFFFF"/>
                </a:solidFill>
              </a:defRPr>
            </a:pPr>
            <a:r>
              <a:rPr sz="2400" b="0" i="0">
                <a:latin typeface="Courier"/>
              </a:rPr>
              <a:t>*</a:t>
            </a:r>
            <a:endParaRPr sz="2400" b="0" i="0">
              <a:latin typeface="Courier"/>
            </a:endParaRPr>
          </a:p>
          <a:p>
            <a:pPr>
              <a:lnSpc>
                <a:spcPts val="2400"/>
              </a:lnSpc>
              <a:defRPr>
                <a:solidFill>
                  <a:srgbClr val="FFFFFF"/>
                </a:solidFill>
              </a:defRPr>
            </a:pPr>
            <a:r>
              <a:rPr sz="2400" b="0" i="0">
                <a:latin typeface="Courier"/>
              </a:rPr>
              <a:t>D2  10 14   DNOM</a:t>
            </a:r>
            <a:endParaRPr sz="2400" b="0" i="0">
              <a:latin typeface="Courier"/>
            </a:endParaRPr>
          </a:p>
          <a:p>
            <a:pPr>
              <a:lnSpc>
                <a:spcPts val="2400"/>
              </a:lnSpc>
              <a:defRPr>
                <a:solidFill>
                  <a:srgbClr val="FFFFFF"/>
                </a:solidFill>
              </a:defRPr>
            </a:pPr>
            <a:r>
              <a:rPr sz="2400" b="0" i="0">
                <a:latin typeface="Courier"/>
              </a:rPr>
              <a:t>RB2 14 9    10K</a:t>
            </a:r>
            <a:endParaRPr sz="2400" b="0" i="0">
              <a:latin typeface="Courier"/>
            </a:endParaRPr>
          </a:p>
          <a:p>
            <a:pPr>
              <a:lnSpc>
                <a:spcPts val="2400"/>
              </a:lnSpc>
              <a:defRPr>
                <a:solidFill>
                  <a:srgbClr val="FFFFFF"/>
                </a:solidFill>
              </a:defRPr>
            </a:pPr>
            <a:r>
              <a:rPr sz="2400" b="0" i="0">
                <a:latin typeface="Courier"/>
              </a:rPr>
              <a:t>Q12 9 14 12 QPNP</a:t>
            </a:r>
            <a:endParaRPr sz="2400" b="0" i="0">
              <a:latin typeface="Courier"/>
            </a:endParaRPr>
          </a:p>
          <a:p>
            <a:pPr>
              <a:lnSpc>
                <a:spcPts val="2400"/>
              </a:lnSpc>
              <a:defRPr>
                <a:solidFill>
                  <a:srgbClr val="FFFFFF"/>
                </a:solidFill>
              </a:defRPr>
            </a:pPr>
            <a:r>
              <a:rPr sz="2400" b="0" i="0">
                <a:latin typeface="Courier"/>
              </a:rPr>
              <a:t>*</a:t>
            </a:r>
            <a:endParaRPr sz="2400" b="0" i="0">
              <a:latin typeface="Courier"/>
            </a:endParaRPr>
          </a:p>
          <a:p>
            <a:pPr>
              <a:lnSpc>
                <a:spcPts val="2400"/>
              </a:lnSpc>
              <a:defRPr>
                <a:solidFill>
                  <a:srgbClr val="FFFFFF"/>
                </a:solidFill>
              </a:defRPr>
            </a:pPr>
            <a:r>
              <a:rPr sz="2400" b="0" i="0">
                <a:latin typeface="Courier"/>
              </a:rPr>
              <a:t>RL2 12 0 100</a:t>
            </a:r>
            <a:endParaRPr sz="2400" b="0" i="0">
              <a:latin typeface="Courier"/>
            </a:endParaRPr>
          </a:p>
          <a:p>
            <a:pPr>
              <a:lnSpc>
                <a:spcPts val="2400"/>
              </a:lnSpc>
              <a:defRPr>
                <a:solidFill>
                  <a:srgbClr val="FFFFFF"/>
                </a:solidFill>
              </a:defRPr>
            </a:pPr>
            <a:r>
              <a:rPr sz="2400" b="0" i="0">
                <a:latin typeface="Courier"/>
              </a:rPr>
              <a:t>*</a:t>
            </a:r>
            <a:endParaRPr sz="2400" b="0" i="0">
              <a:latin typeface="Courier"/>
            </a:endParaRPr>
          </a:p>
          <a:p>
            <a:pPr>
              <a:lnSpc>
                <a:spcPts val="2400"/>
              </a:lnSpc>
              <a:defRPr>
                <a:solidFill>
                  <a:srgbClr val="FFFFFF"/>
                </a:solidFill>
              </a:defRPr>
            </a:pPr>
            <a:r>
              <a:rPr sz="2400" b="0" i="0">
                <a:latin typeface="Courier"/>
              </a:rPr>
              <a:t>* DEVICE MODELS</a:t>
            </a:r>
            <a:endParaRPr sz="2400" b="0" i="0">
              <a:latin typeface="Courier"/>
            </a:endParaRPr>
          </a:p>
          <a:p>
            <a:pPr>
              <a:lnSpc>
                <a:spcPts val="2400"/>
              </a:lnSpc>
              <a:defRPr>
                <a:solidFill>
                  <a:srgbClr val="FFFFFF"/>
                </a:solidFill>
              </a:defRPr>
            </a:pPr>
            <a:r>
              <a:rPr sz="2400" b="0" i="0">
                <a:latin typeface="Courier"/>
              </a:rPr>
              <a:t>.model QNPN NPN(BF=50)</a:t>
            </a:r>
            <a:endParaRPr sz="2400" b="0" i="0">
              <a:latin typeface="Courier"/>
            </a:endParaRPr>
          </a:p>
          <a:p>
            <a:pPr>
              <a:lnSpc>
                <a:spcPts val="2400"/>
              </a:lnSpc>
              <a:defRPr>
                <a:solidFill>
                  <a:srgbClr val="FFFFFF"/>
                </a:solidFill>
              </a:defRPr>
            </a:pPr>
            <a:r>
              <a:rPr sz="2400" b="0" i="0">
                <a:latin typeface="Courier"/>
              </a:rPr>
              <a:t>.model QPNP PNP(BF=50)</a:t>
            </a:r>
            <a:endParaRPr sz="2400" b="0" i="0">
              <a:latin typeface="Courier"/>
            </a:endParaRPr>
          </a:p>
          <a:p>
            <a:pPr>
              <a:lnSpc>
                <a:spcPts val="2400"/>
              </a:lnSpc>
              <a:defRPr>
                <a:solidFill>
                  <a:srgbClr val="FFFFFF"/>
                </a:solidFill>
              </a:defRPr>
            </a:pPr>
            <a:r>
              <a:rPr sz="2400" b="0" i="0">
                <a:latin typeface="Courier"/>
              </a:rPr>
              <a:t>.model DNOM D()</a:t>
            </a:r>
            <a:endParaRPr sz="2400" b="0" i="0">
              <a:latin typeface="Courier"/>
            </a:endParaRPr>
          </a:p>
        </p:txBody>
      </p:sp>
      <p:sp>
        <p:nvSpPr>
          <p:cNvPr id="3" name="Title 2"/>
          <p:cNvSpPr>
            <a:spLocks noGrp="1"/>
          </p:cNvSpPr>
          <p:nvPr>
            <p:ph type="title"/>
          </p:nvPr>
        </p:nvSpPr>
        <p:spPr/>
        <p:txBody>
          <a:bodyPr wrap="square">
            <a:noAutofit/>
          </a:bodyPr>
          <a:lstStyle/>
          <a:p>
            <a:r>
              <a:rPr sz="3200" b="1" i="0">
                <a:latin typeface="Arial"/>
              </a:rPr>
              <a:t>SPICE code: voorinstelspanning met diodes</a:t>
            </a:r>
            <a:endParaRPr sz="3200" b="1" i="0">
              <a:latin typeface="Arial"/>
            </a:endParaRP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Stromen en spanning (met voorinstelspanning)</a:t>
            </a:r>
            <a:endParaRPr sz="3200" b="1" i="0">
              <a:latin typeface="Arial"/>
            </a:endParaRPr>
          </a:p>
        </p:txBody>
      </p:sp>
      <p:pic>
        <p:nvPicPr>
          <p:cNvPr id="4" name="Picture 3" descr="image.png"/>
          <p:cNvPicPr>
            <a:picLocks noChangeAspect="1"/>
          </p:cNvPicPr>
          <p:nvPr/>
        </p:nvPicPr>
        <p:blipFill>
          <a:blip r:embed="rId2"/>
          <a:stretch>
            <a:fillRect/>
          </a:stretch>
        </p:blipFill>
        <p:spPr>
          <a:xfrm>
            <a:off x="2514084" y="539496"/>
            <a:ext cx="7163832" cy="566928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100" b="1" i="0">
                <a:latin typeface="Arial"/>
              </a:rPr>
              <a:t>Stroom door en spanning over (met voorinstelspanning)</a:t>
            </a:r>
            <a:endParaRPr sz="3100" b="1" i="0">
              <a:latin typeface="Arial"/>
            </a:endParaRPr>
          </a:p>
        </p:txBody>
      </p:sp>
      <p:pic>
        <p:nvPicPr>
          <p:cNvPr id="4" name="Picture 3" descr="image.png"/>
          <p:cNvPicPr>
            <a:picLocks noChangeAspect="1"/>
          </p:cNvPicPr>
          <p:nvPr/>
        </p:nvPicPr>
        <p:blipFill>
          <a:blip r:embed="rId2"/>
          <a:stretch>
            <a:fillRect/>
          </a:stretch>
        </p:blipFill>
        <p:spPr>
          <a:xfrm>
            <a:off x="2580879" y="539496"/>
            <a:ext cx="7030241" cy="566928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Voorinstelspanning met transistor</a:t>
            </a:r>
            <a:endParaRPr sz="3200" b="1" i="0">
              <a:latin typeface="Arial"/>
            </a:endParaRPr>
          </a:p>
        </p:txBody>
      </p:sp>
      <p:pic>
        <p:nvPicPr>
          <p:cNvPr id="4" name="Picture 3" descr="image.png"/>
          <p:cNvPicPr>
            <a:picLocks noChangeAspect="1"/>
          </p:cNvPicPr>
          <p:nvPr/>
        </p:nvPicPr>
        <p:blipFill>
          <a:blip r:embed="rId2"/>
          <a:stretch>
            <a:fillRect/>
          </a:stretch>
        </p:blipFill>
        <p:spPr>
          <a:xfrm>
            <a:off x="2181497" y="539496"/>
            <a:ext cx="7829006" cy="566928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Hulptransistor als instelelement</a:t>
            </a:r>
            <a:endParaRPr sz="3200" b="1" i="0">
              <a:latin typeface="Arial"/>
            </a:endParaRPr>
          </a:p>
        </p:txBody>
      </p:sp>
      <p:pic>
        <p:nvPicPr>
          <p:cNvPr id="4" name="Picture 3" descr="image.png"/>
          <p:cNvPicPr>
            <a:picLocks noChangeAspect="1"/>
          </p:cNvPicPr>
          <p:nvPr/>
        </p:nvPicPr>
        <p:blipFill>
          <a:blip r:embed="rId2"/>
          <a:stretch>
            <a:fillRect/>
          </a:stretch>
        </p:blipFill>
        <p:spPr>
          <a:xfrm>
            <a:off x="920314" y="539496"/>
            <a:ext cx="10351372" cy="566928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spAutoFit/>
          </a:bodyPr>
          <a:lstStyle/>
          <a:p>
            <a:pPr lvl="1"/>
            <a:r>
              <a:t>De voorspanning mag nooit te groot worden.</a:t>
            </a:r>
          </a:p>
          <a:p>
            <a:pPr lvl="2"/>
            <a:r>
              <a:t>Een te grote voorspanning brengt beide transistors gelijktijdig in geleiding, zodat de voeding kortgesloten wordt.</a:t>
            </a:r>
          </a:p>
          <a:p>
            <a:pPr lvl="1"/>
            <a:r>
              <a:t>De voorspanning mag kleiner worden maar als het signaal door 0 gaat moet ze de ingestelde waarde hebben</a:t>
            </a:r>
          </a:p>
          <a:p>
            <a:pPr lvl="1"/>
            <a:r>
              <a:t>Het optimale gedrag voor de voorspanning is dus een spanningsbron met een lage impedantie</a:t>
            </a:r>
          </a:p>
        </p:txBody>
      </p:sp>
      <p:sp>
        <p:nvSpPr>
          <p:cNvPr id="3" name="Title 2"/>
          <p:cNvSpPr>
            <a:spLocks noGrp="1"/>
          </p:cNvSpPr>
          <p:nvPr>
            <p:ph type="title"/>
          </p:nvPr>
        </p:nvSpPr>
        <p:spPr/>
        <p:txBody>
          <a:bodyPr wrap="square">
            <a:noAutofit/>
          </a:bodyPr>
          <a:lstStyle/>
          <a:p>
            <a:r>
              <a:rPr sz="3200" b="1" i="0">
                <a:latin typeface="Arial"/>
              </a:rPr>
              <a:t>Eisen voor de voorspanning</a:t>
            </a:r>
            <a:endParaRPr sz="3200" b="1" i="0">
              <a:latin typeface="Arial"/>
            </a:endParaRP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Principe van emitter degeneratie</a:t>
            </a:r>
            <a:endParaRPr sz="3200" b="1" i="0">
              <a:latin typeface="Arial"/>
            </a:endParaRPr>
          </a:p>
        </p:txBody>
      </p:sp>
      <p:pic>
        <p:nvPicPr>
          <p:cNvPr id="4" name="Picture 3" descr="image.png"/>
          <p:cNvPicPr>
            <a:picLocks noChangeAspect="1"/>
          </p:cNvPicPr>
          <p:nvPr/>
        </p:nvPicPr>
        <p:blipFill>
          <a:blip r:embed="rId2"/>
          <a:stretch>
            <a:fillRect/>
          </a:stretch>
        </p:blipFill>
        <p:spPr>
          <a:xfrm>
            <a:off x="453408" y="539496"/>
            <a:ext cx="11285184" cy="566928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Emitter degeneratie</a:t>
            </a:r>
            <a:endParaRPr sz="3200" b="1" i="0">
              <a:latin typeface="Arial"/>
            </a:endParaRPr>
          </a:p>
        </p:txBody>
      </p:sp>
      <p:pic>
        <p:nvPicPr>
          <p:cNvPr id="4" name="Picture 3" descr="image.png"/>
          <p:cNvPicPr>
            <a:picLocks noChangeAspect="1"/>
          </p:cNvPicPr>
          <p:nvPr/>
        </p:nvPicPr>
        <p:blipFill>
          <a:blip r:embed="rId2"/>
          <a:stretch>
            <a:fillRect/>
          </a:stretch>
        </p:blipFill>
        <p:spPr>
          <a:xfrm>
            <a:off x="1027587" y="539496"/>
            <a:ext cx="10136825" cy="566928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Emitter degeneratie</a:t>
            </a:r>
            <a:endParaRPr sz="3200" b="1" i="0">
              <a:latin typeface="Arial"/>
            </a:endParaRPr>
          </a:p>
        </p:txBody>
      </p:sp>
      <p:pic>
        <p:nvPicPr>
          <p:cNvPr id="4" name="Picture 3" descr="image.png"/>
          <p:cNvPicPr>
            <a:picLocks noChangeAspect="1"/>
          </p:cNvPicPr>
          <p:nvPr/>
        </p:nvPicPr>
        <p:blipFill>
          <a:blip r:embed="rId2"/>
          <a:stretch>
            <a:fillRect/>
          </a:stretch>
        </p:blipFill>
        <p:spPr>
          <a:xfrm>
            <a:off x="745754" y="539496"/>
            <a:ext cx="10700491" cy="566928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Overbruggingsdiodes</a:t>
            </a:r>
            <a:endParaRPr sz="3200" b="1" i="0">
              <a:latin typeface="Arial"/>
            </a:endParaRPr>
          </a:p>
        </p:txBody>
      </p:sp>
      <p:pic>
        <p:nvPicPr>
          <p:cNvPr id="4" name="Picture 3" descr="image.png"/>
          <p:cNvPicPr>
            <a:picLocks noChangeAspect="1"/>
          </p:cNvPicPr>
          <p:nvPr/>
        </p:nvPicPr>
        <p:blipFill>
          <a:blip r:embed="rId2"/>
          <a:stretch>
            <a:fillRect/>
          </a:stretch>
        </p:blipFill>
        <p:spPr>
          <a:xfrm>
            <a:off x="1011756" y="539496"/>
            <a:ext cx="10168487" cy="566928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Overbruggingsdiodes</a:t>
            </a:r>
            <a:endParaRPr sz="3200" b="1" i="0">
              <a:latin typeface="Arial"/>
            </a:endParaRPr>
          </a:p>
        </p:txBody>
      </p:sp>
      <p:pic>
        <p:nvPicPr>
          <p:cNvPr id="4" name="Picture 3" descr="image.png"/>
          <p:cNvPicPr>
            <a:picLocks noChangeAspect="1"/>
          </p:cNvPicPr>
          <p:nvPr/>
        </p:nvPicPr>
        <p:blipFill>
          <a:blip r:embed="rId2"/>
          <a:stretch>
            <a:fillRect/>
          </a:stretch>
        </p:blipFill>
        <p:spPr>
          <a:xfrm>
            <a:off x="1017772" y="539496"/>
            <a:ext cx="10156455" cy="566928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Luie zone</a:t>
            </a:r>
            <a:endParaRPr sz="3200" b="1" i="0">
              <a:latin typeface="Arial"/>
            </a:endParaRPr>
          </a:p>
        </p:txBody>
      </p:sp>
      <p:pic>
        <p:nvPicPr>
          <p:cNvPr id="4" name="Picture 3" descr="image.png"/>
          <p:cNvPicPr>
            <a:picLocks noChangeAspect="1"/>
          </p:cNvPicPr>
          <p:nvPr/>
        </p:nvPicPr>
        <p:blipFill>
          <a:blip r:embed="rId2"/>
          <a:stretch>
            <a:fillRect/>
          </a:stretch>
        </p:blipFill>
        <p:spPr>
          <a:xfrm>
            <a:off x="1269988" y="539496"/>
            <a:ext cx="9652024" cy="566928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Actieve diodes = transistors</a:t>
            </a:r>
            <a:endParaRPr sz="3200" b="1" i="0">
              <a:latin typeface="Arial"/>
            </a:endParaRPr>
          </a:p>
        </p:txBody>
      </p:sp>
      <p:pic>
        <p:nvPicPr>
          <p:cNvPr id="4" name="Picture 3" descr="image.png"/>
          <p:cNvPicPr>
            <a:picLocks noChangeAspect="1"/>
          </p:cNvPicPr>
          <p:nvPr/>
        </p:nvPicPr>
        <p:blipFill>
          <a:blip r:embed="rId2"/>
          <a:stretch>
            <a:fillRect/>
          </a:stretch>
        </p:blipFill>
        <p:spPr>
          <a:xfrm>
            <a:off x="1150959" y="539496"/>
            <a:ext cx="9890081" cy="566928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Actieve diodes = transistors</a:t>
            </a:r>
            <a:endParaRPr sz="3200" b="1" i="0">
              <a:latin typeface="Arial"/>
            </a:endParaRPr>
          </a:p>
        </p:txBody>
      </p:sp>
      <p:pic>
        <p:nvPicPr>
          <p:cNvPr id="4" name="Picture 3" descr="image.png"/>
          <p:cNvPicPr>
            <a:picLocks noChangeAspect="1"/>
          </p:cNvPicPr>
          <p:nvPr/>
        </p:nvPicPr>
        <p:blipFill>
          <a:blip r:embed="rId2"/>
          <a:stretch>
            <a:fillRect/>
          </a:stretch>
        </p:blipFill>
        <p:spPr>
          <a:xfrm>
            <a:off x="1079672" y="539496"/>
            <a:ext cx="10032656" cy="5669280"/>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Autofit/>
          </a:bodyPr>
          <a:lstStyle/>
          <a:p>
            <a:r>
              <a:rPr sz="3200" b="1" i="0">
                <a:latin typeface="Arial"/>
              </a:rPr>
              <a:t>Driver stage</a:t>
            </a:r>
            <a:endParaRPr sz="3200" b="1" i="0">
              <a:latin typeface="Arial"/>
            </a:endParaRP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Stuurtrap (driver)</a:t>
            </a:r>
            <a:endParaRPr sz="3200" b="1" i="0">
              <a:latin typeface="Arial"/>
            </a:endParaRPr>
          </a:p>
        </p:txBody>
      </p:sp>
      <p:pic>
        <p:nvPicPr>
          <p:cNvPr id="4" name="Picture 3" descr="image.png"/>
          <p:cNvPicPr>
            <a:picLocks noChangeAspect="1"/>
          </p:cNvPicPr>
          <p:nvPr/>
        </p:nvPicPr>
        <p:blipFill>
          <a:blip r:embed="rId2"/>
          <a:stretch>
            <a:fillRect/>
          </a:stretch>
        </p:blipFill>
        <p:spPr>
          <a:xfrm>
            <a:off x="1252470" y="539496"/>
            <a:ext cx="9687060" cy="5669280"/>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Driver Stage</a:t>
            </a:r>
            <a:endParaRPr sz="3200" b="1" i="0">
              <a:latin typeface="Arial"/>
            </a:endParaRPr>
          </a:p>
        </p:txBody>
      </p:sp>
      <p:pic>
        <p:nvPicPr>
          <p:cNvPr id="4" name="Picture 3" descr="image.png"/>
          <p:cNvPicPr>
            <a:picLocks noChangeAspect="1"/>
          </p:cNvPicPr>
          <p:nvPr/>
        </p:nvPicPr>
        <p:blipFill>
          <a:blip r:embed="rId2"/>
          <a:stretch>
            <a:fillRect/>
          </a:stretch>
        </p:blipFill>
        <p:spPr>
          <a:xfrm>
            <a:off x="2800911" y="539496"/>
            <a:ext cx="6590178" cy="5669280"/>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Stroombron als belasting voor de driver</a:t>
            </a:r>
            <a:endParaRPr sz="3200" b="1" i="0">
              <a:latin typeface="Arial"/>
            </a:endParaRPr>
          </a:p>
        </p:txBody>
      </p:sp>
      <p:pic>
        <p:nvPicPr>
          <p:cNvPr id="4" name="Picture 3" descr="image.png"/>
          <p:cNvPicPr>
            <a:picLocks noChangeAspect="1"/>
          </p:cNvPicPr>
          <p:nvPr/>
        </p:nvPicPr>
        <p:blipFill>
          <a:blip r:embed="rId2"/>
          <a:stretch>
            <a:fillRect/>
          </a:stretch>
        </p:blipFill>
        <p:spPr>
          <a:xfrm>
            <a:off x="1256935" y="539496"/>
            <a:ext cx="9678129" cy="5669280"/>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Stroombron als belasting driver trap</a:t>
            </a:r>
            <a:endParaRPr sz="3200" b="1" i="0">
              <a:latin typeface="Arial"/>
            </a:endParaRPr>
          </a:p>
        </p:txBody>
      </p:sp>
      <p:pic>
        <p:nvPicPr>
          <p:cNvPr id="4" name="Picture 3" descr="image.png"/>
          <p:cNvPicPr>
            <a:picLocks noChangeAspect="1"/>
          </p:cNvPicPr>
          <p:nvPr/>
        </p:nvPicPr>
        <p:blipFill>
          <a:blip r:embed="rId2"/>
          <a:stretch>
            <a:fillRect/>
          </a:stretch>
        </p:blipFill>
        <p:spPr>
          <a:xfrm>
            <a:off x="2886349" y="539496"/>
            <a:ext cx="6419301" cy="5669280"/>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Autofit/>
          </a:bodyPr>
          <a:lstStyle/>
          <a:p>
            <a:r>
              <a:rPr sz="3200" b="1" i="0">
                <a:latin typeface="Arial"/>
              </a:rPr>
              <a:t>Verhoging van het afgeleverde vermogen</a:t>
            </a:r>
            <a:endParaRPr sz="3200" b="1" i="0">
              <a:latin typeface="Arial"/>
            </a:endParaRP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Darlington Paar</a:t>
            </a:r>
            <a:endParaRPr sz="3200" b="1" i="0">
              <a:latin typeface="Arial"/>
            </a:endParaRPr>
          </a:p>
        </p:txBody>
      </p:sp>
      <p:pic>
        <p:nvPicPr>
          <p:cNvPr id="4" name="Picture 3" descr="image.png"/>
          <p:cNvPicPr>
            <a:picLocks noChangeAspect="1"/>
          </p:cNvPicPr>
          <p:nvPr/>
        </p:nvPicPr>
        <p:blipFill>
          <a:blip r:embed="rId2"/>
          <a:stretch>
            <a:fillRect/>
          </a:stretch>
        </p:blipFill>
        <p:spPr>
          <a:xfrm>
            <a:off x="4134824" y="539496"/>
            <a:ext cx="3922351" cy="5669280"/>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wrap="square">
            <a:noAutofit/>
          </a:bodyPr>
          <a:lstStyle/>
          <a:p>
            <a:pPr>
              <a:lnSpc>
                <a:spcPts val="2400"/>
              </a:lnSpc>
              <a:defRPr>
                <a:solidFill>
                  <a:srgbClr val="FFFFFF"/>
                </a:solidFill>
              </a:defRPr>
            </a:pPr>
            <a:r>
              <a:rPr sz="2400" b="0" i="0">
                <a:latin typeface="Courier"/>
              </a:rPr>
              <a:t>Darlington</a:t>
            </a:r>
            <a:endParaRPr sz="2400" b="0" i="0">
              <a:latin typeface="Courier"/>
            </a:endParaRPr>
          </a:p>
          <a:p>
            <a:pPr>
              <a:lnSpc>
                <a:spcPts val="2400"/>
              </a:lnSpc>
              <a:defRPr>
                <a:solidFill>
                  <a:srgbClr val="FFFFFF"/>
                </a:solidFill>
              </a:defRPr>
            </a:pPr>
            <a:r>
              <a:rPr sz="2400" b="0" i="0">
                <a:latin typeface="Courier"/>
              </a:rPr>
              <a:t>*</a:t>
            </a:r>
            <a:endParaRPr sz="2400" b="0" i="0">
              <a:latin typeface="Courier"/>
            </a:endParaRPr>
          </a:p>
          <a:p>
            <a:pPr>
              <a:lnSpc>
                <a:spcPts val="2400"/>
              </a:lnSpc>
              <a:defRPr>
                <a:solidFill>
                  <a:srgbClr val="FFFFFF"/>
                </a:solidFill>
              </a:defRPr>
            </a:pPr>
            <a:r>
              <a:rPr sz="2400" b="0" i="0">
                <a:latin typeface="Courier"/>
              </a:rPr>
              <a:t>*  PUSH-PULL TRANSISTOR OUTPUT STAGE</a:t>
            </a:r>
            <a:endParaRPr sz="2400" b="0" i="0">
              <a:latin typeface="Courier"/>
            </a:endParaRPr>
          </a:p>
          <a:p>
            <a:pPr>
              <a:lnSpc>
                <a:spcPts val="2400"/>
              </a:lnSpc>
              <a:defRPr>
                <a:solidFill>
                  <a:srgbClr val="FFFFFF"/>
                </a:solidFill>
              </a:defRPr>
            </a:pPr>
            <a:r>
              <a:rPr sz="2400" b="0" i="0">
                <a:latin typeface="Courier"/>
              </a:rPr>
              <a:t>Q1 3 1 2 QNPN</a:t>
            </a:r>
            <a:endParaRPr sz="2400" b="0" i="0">
              <a:latin typeface="Courier"/>
            </a:endParaRPr>
          </a:p>
          <a:p>
            <a:pPr>
              <a:lnSpc>
                <a:spcPts val="2400"/>
              </a:lnSpc>
              <a:defRPr>
                <a:solidFill>
                  <a:srgbClr val="FFFFFF"/>
                </a:solidFill>
              </a:defRPr>
            </a:pPr>
            <a:r>
              <a:rPr sz="2400" b="0" i="0">
                <a:latin typeface="Courier"/>
              </a:rPr>
              <a:t>Q2 3 2 0 QNPN</a:t>
            </a:r>
            <a:endParaRPr sz="2400" b="0" i="0">
              <a:latin typeface="Courier"/>
            </a:endParaRPr>
          </a:p>
          <a:p>
            <a:pPr>
              <a:lnSpc>
                <a:spcPts val="2400"/>
              </a:lnSpc>
              <a:defRPr>
                <a:solidFill>
                  <a:srgbClr val="FFFFFF"/>
                </a:solidFill>
              </a:defRPr>
            </a:pPr>
            <a:r>
              <a:rPr sz="2400" b="0" i="0">
                <a:latin typeface="Courier"/>
              </a:rPr>
              <a:t>*</a:t>
            </a:r>
            <a:endParaRPr sz="2400" b="0" i="0">
              <a:latin typeface="Courier"/>
            </a:endParaRPr>
          </a:p>
          <a:p>
            <a:pPr>
              <a:lnSpc>
                <a:spcPts val="2400"/>
              </a:lnSpc>
              <a:defRPr>
                <a:solidFill>
                  <a:srgbClr val="FFFFFF"/>
                </a:solidFill>
              </a:defRPr>
            </a:pPr>
            <a:r>
              <a:rPr sz="2400" b="0" i="0">
                <a:latin typeface="Courier"/>
              </a:rPr>
              <a:t>* DEVICE MODELS</a:t>
            </a:r>
            <a:endParaRPr sz="2400" b="0" i="0">
              <a:latin typeface="Courier"/>
            </a:endParaRPr>
          </a:p>
          <a:p>
            <a:pPr>
              <a:lnSpc>
                <a:spcPts val="2400"/>
              </a:lnSpc>
              <a:defRPr>
                <a:solidFill>
                  <a:srgbClr val="FFFFFF"/>
                </a:solidFill>
              </a:defRPr>
            </a:pPr>
            <a:r>
              <a:rPr sz="2400" b="0" i="0">
                <a:latin typeface="Courier"/>
              </a:rPr>
              <a:t>.model QNPN	NPN(BF=50)</a:t>
            </a:r>
            <a:endParaRPr sz="2400" b="0" i="0">
              <a:latin typeface="Courier"/>
            </a:endParaRPr>
          </a:p>
        </p:txBody>
      </p:sp>
      <p:sp>
        <p:nvSpPr>
          <p:cNvPr id="3" name="Title 2"/>
          <p:cNvSpPr>
            <a:spLocks noGrp="1"/>
          </p:cNvSpPr>
          <p:nvPr>
            <p:ph type="title"/>
          </p:nvPr>
        </p:nvSpPr>
        <p:spPr/>
        <p:txBody>
          <a:bodyPr wrap="square">
            <a:noAutofit/>
          </a:bodyPr>
          <a:lstStyle/>
          <a:p>
            <a:r>
              <a:rPr sz="3200" b="1" i="0">
                <a:latin typeface="Arial"/>
              </a:rPr>
              <a:t>SPICE code</a:t>
            </a:r>
            <a:endParaRPr sz="3200" b="1" i="0">
              <a:latin typeface="Arial"/>
            </a:endParaRP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Transfer characteristiek Darlington paar</a:t>
            </a:r>
            <a:endParaRPr sz="3200" b="1" i="0">
              <a:latin typeface="Arial"/>
            </a:endParaRPr>
          </a:p>
        </p:txBody>
      </p:sp>
      <p:pic>
        <p:nvPicPr>
          <p:cNvPr id="4" name="Picture 3" descr="image.png"/>
          <p:cNvPicPr>
            <a:picLocks noChangeAspect="1"/>
          </p:cNvPicPr>
          <p:nvPr/>
        </p:nvPicPr>
        <p:blipFill>
          <a:blip r:embed="rId2"/>
          <a:stretch>
            <a:fillRect/>
          </a:stretch>
        </p:blipFill>
        <p:spPr>
          <a:xfrm>
            <a:off x="2564180" y="539496"/>
            <a:ext cx="7063639" cy="5669280"/>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Darlington Paar met emitter degeneratie</a:t>
            </a:r>
            <a:endParaRPr sz="3200" b="1" i="0">
              <a:latin typeface="Arial"/>
            </a:endParaRPr>
          </a:p>
        </p:txBody>
      </p:sp>
      <p:pic>
        <p:nvPicPr>
          <p:cNvPr id="4" name="Picture 3" descr="image.png"/>
          <p:cNvPicPr>
            <a:picLocks noChangeAspect="1"/>
          </p:cNvPicPr>
          <p:nvPr/>
        </p:nvPicPr>
        <p:blipFill>
          <a:blip r:embed="rId2"/>
          <a:stretch>
            <a:fillRect/>
          </a:stretch>
        </p:blipFill>
        <p:spPr>
          <a:xfrm>
            <a:off x="4746171" y="539496"/>
            <a:ext cx="2699657" cy="5669280"/>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wrap="square">
            <a:noAutofit/>
          </a:bodyPr>
          <a:lstStyle/>
          <a:p>
            <a:pPr>
              <a:lnSpc>
                <a:spcPts val="2400"/>
              </a:lnSpc>
              <a:defRPr>
                <a:solidFill>
                  <a:srgbClr val="FFFFFF"/>
                </a:solidFill>
              </a:defRPr>
            </a:pPr>
            <a:r>
              <a:rPr sz="2400" b="0" i="0">
                <a:latin typeface="Courier"/>
              </a:rPr>
              <a:t>Darlington met emitter degeneratie</a:t>
            </a:r>
            <a:endParaRPr sz="2400" b="0" i="0">
              <a:latin typeface="Courier"/>
            </a:endParaRPr>
          </a:p>
          <a:p>
            <a:pPr>
              <a:lnSpc>
                <a:spcPts val="2400"/>
              </a:lnSpc>
              <a:defRPr>
                <a:solidFill>
                  <a:srgbClr val="FFFFFF"/>
                </a:solidFill>
              </a:defRPr>
            </a:pPr>
            <a:r>
              <a:rPr sz="2400" b="0" i="0">
                <a:latin typeface="Courier"/>
              </a:rPr>
              <a:t>*</a:t>
            </a:r>
            <a:endParaRPr sz="2400" b="0" i="0">
              <a:latin typeface="Courier"/>
            </a:endParaRPr>
          </a:p>
          <a:p>
            <a:pPr>
              <a:lnSpc>
                <a:spcPts val="2400"/>
              </a:lnSpc>
              <a:defRPr>
                <a:solidFill>
                  <a:srgbClr val="FFFFFF"/>
                </a:solidFill>
              </a:defRPr>
            </a:pPr>
            <a:r>
              <a:rPr sz="2400" b="0" i="0">
                <a:latin typeface="Courier"/>
              </a:rPr>
              <a:t>*  PUSH-PULL TRANSISTOR OUTPUT STAGE</a:t>
            </a:r>
            <a:endParaRPr sz="2400" b="0" i="0">
              <a:latin typeface="Courier"/>
            </a:endParaRPr>
          </a:p>
          <a:p>
            <a:pPr>
              <a:lnSpc>
                <a:spcPts val="2400"/>
              </a:lnSpc>
              <a:defRPr>
                <a:solidFill>
                  <a:srgbClr val="FFFFFF"/>
                </a:solidFill>
              </a:defRPr>
            </a:pPr>
            <a:r>
              <a:rPr sz="2400" b="0" i="0">
                <a:latin typeface="Courier"/>
              </a:rPr>
              <a:t>Q1 3 1 2 QNPN</a:t>
            </a:r>
            <a:endParaRPr sz="2400" b="0" i="0">
              <a:latin typeface="Courier"/>
            </a:endParaRPr>
          </a:p>
          <a:p>
            <a:pPr>
              <a:lnSpc>
                <a:spcPts val="2400"/>
              </a:lnSpc>
              <a:defRPr>
                <a:solidFill>
                  <a:srgbClr val="FFFFFF"/>
                </a:solidFill>
              </a:defRPr>
            </a:pPr>
            <a:r>
              <a:rPr sz="2400" b="0" i="0">
                <a:latin typeface="Courier"/>
              </a:rPr>
              <a:t>Q2 3 2 0 QNPN</a:t>
            </a:r>
            <a:endParaRPr sz="2400" b="0" i="0">
              <a:latin typeface="Courier"/>
            </a:endParaRPr>
          </a:p>
          <a:p>
            <a:pPr>
              <a:lnSpc>
                <a:spcPts val="2400"/>
              </a:lnSpc>
              <a:defRPr>
                <a:solidFill>
                  <a:srgbClr val="FFFFFF"/>
                </a:solidFill>
              </a:defRPr>
            </a:pPr>
            <a:r>
              <a:rPr sz="2400" b="0" i="0">
                <a:latin typeface="Courier"/>
              </a:rPr>
              <a:t>RED 2 0 100</a:t>
            </a:r>
            <a:endParaRPr sz="2400" b="0" i="0">
              <a:latin typeface="Courier"/>
            </a:endParaRPr>
          </a:p>
          <a:p>
            <a:pPr>
              <a:lnSpc>
                <a:spcPts val="2400"/>
              </a:lnSpc>
              <a:defRPr>
                <a:solidFill>
                  <a:srgbClr val="FFFFFF"/>
                </a:solidFill>
              </a:defRPr>
            </a:pPr>
            <a:r>
              <a:rPr sz="2400" b="0" i="0">
                <a:latin typeface="Courier"/>
              </a:rPr>
              <a:t>*</a:t>
            </a:r>
            <a:endParaRPr sz="2400" b="0" i="0">
              <a:latin typeface="Courier"/>
            </a:endParaRPr>
          </a:p>
          <a:p>
            <a:pPr>
              <a:lnSpc>
                <a:spcPts val="2400"/>
              </a:lnSpc>
              <a:defRPr>
                <a:solidFill>
                  <a:srgbClr val="FFFFFF"/>
                </a:solidFill>
              </a:defRPr>
            </a:pPr>
            <a:r>
              <a:rPr sz="2400" b="0" i="0">
                <a:latin typeface="Courier"/>
              </a:rPr>
              <a:t>* DEVICE MODELS</a:t>
            </a:r>
            <a:endParaRPr sz="2400" b="0" i="0">
              <a:latin typeface="Courier"/>
            </a:endParaRPr>
          </a:p>
          <a:p>
            <a:pPr>
              <a:lnSpc>
                <a:spcPts val="2400"/>
              </a:lnSpc>
              <a:defRPr>
                <a:solidFill>
                  <a:srgbClr val="FFFFFF"/>
                </a:solidFill>
              </a:defRPr>
            </a:pPr>
            <a:r>
              <a:rPr sz="2400" b="0" i="0">
                <a:latin typeface="Courier"/>
              </a:rPr>
              <a:t>.model QNPN	NPN(BF=50)</a:t>
            </a:r>
            <a:endParaRPr sz="2400" b="0" i="0">
              <a:latin typeface="Courier"/>
            </a:endParaRPr>
          </a:p>
        </p:txBody>
      </p:sp>
      <p:sp>
        <p:nvSpPr>
          <p:cNvPr id="3" name="Title 2"/>
          <p:cNvSpPr>
            <a:spLocks noGrp="1"/>
          </p:cNvSpPr>
          <p:nvPr>
            <p:ph type="title"/>
          </p:nvPr>
        </p:nvSpPr>
        <p:spPr/>
        <p:txBody>
          <a:bodyPr wrap="square">
            <a:noAutofit/>
          </a:bodyPr>
          <a:lstStyle/>
          <a:p>
            <a:r>
              <a:rPr sz="3200" b="1" i="0">
                <a:latin typeface="Arial"/>
              </a:rPr>
              <a:t>SPICE code</a:t>
            </a:r>
            <a:endParaRPr sz="3200" b="1" i="0">
              <a:latin typeface="Arial"/>
            </a:endParaRP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Transfer characteristiek Darlington paar</a:t>
            </a:r>
            <a:endParaRPr sz="3200" b="1" i="0">
              <a:latin typeface="Arial"/>
            </a:endParaRPr>
          </a:p>
        </p:txBody>
      </p:sp>
      <p:pic>
        <p:nvPicPr>
          <p:cNvPr id="4" name="Picture 3" descr="image.png"/>
          <p:cNvPicPr>
            <a:picLocks noChangeAspect="1"/>
          </p:cNvPicPr>
          <p:nvPr/>
        </p:nvPicPr>
        <p:blipFill>
          <a:blip r:embed="rId2"/>
          <a:stretch>
            <a:fillRect/>
          </a:stretch>
        </p:blipFill>
        <p:spPr>
          <a:xfrm>
            <a:off x="2526608" y="539496"/>
            <a:ext cx="7138784" cy="5669280"/>
          </a:xfrm>
          <a:prstGeom prst="rect">
            <a:avLst/>
          </a:prstGeom>
        </p:spPr>
      </p:pic>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Darlington Paar als drive transistors</a:t>
            </a:r>
            <a:endParaRPr sz="3200" b="1" i="0">
              <a:latin typeface="Arial"/>
            </a:endParaRPr>
          </a:p>
        </p:txBody>
      </p:sp>
      <p:pic>
        <p:nvPicPr>
          <p:cNvPr id="4" name="Picture 3" descr="image.png"/>
          <p:cNvPicPr>
            <a:picLocks noChangeAspect="1"/>
          </p:cNvPicPr>
          <p:nvPr/>
        </p:nvPicPr>
        <p:blipFill>
          <a:blip r:embed="rId2"/>
          <a:stretch>
            <a:fillRect/>
          </a:stretch>
        </p:blipFill>
        <p:spPr>
          <a:xfrm>
            <a:off x="2720140" y="539496"/>
            <a:ext cx="6751720" cy="5669280"/>
          </a:xfrm>
          <a:prstGeom prst="rect">
            <a:avLst/>
          </a:prstGeom>
        </p:spPr>
      </p:pic>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Darlington Paar als drive transistors</a:t>
            </a:r>
            <a:endParaRPr sz="3200" b="1" i="0">
              <a:latin typeface="Arial"/>
            </a:endParaRPr>
          </a:p>
        </p:txBody>
      </p:sp>
      <p:pic>
        <p:nvPicPr>
          <p:cNvPr id="4" name="Picture 3" descr="image.png"/>
          <p:cNvPicPr>
            <a:picLocks noChangeAspect="1"/>
          </p:cNvPicPr>
          <p:nvPr/>
        </p:nvPicPr>
        <p:blipFill>
          <a:blip r:embed="rId2"/>
          <a:stretch>
            <a:fillRect/>
          </a:stretch>
        </p:blipFill>
        <p:spPr>
          <a:xfrm>
            <a:off x="3797148" y="539496"/>
            <a:ext cx="4597704" cy="5669280"/>
          </a:xfrm>
          <a:prstGeom prst="rect">
            <a:avLst/>
          </a:prstGeom>
        </p:spPr>
      </p:pic>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Complementair Darlington paar</a:t>
            </a:r>
            <a:endParaRPr sz="3200" b="1" i="0">
              <a:latin typeface="Arial"/>
            </a:endParaRPr>
          </a:p>
        </p:txBody>
      </p:sp>
      <p:pic>
        <p:nvPicPr>
          <p:cNvPr id="4" name="Picture 3" descr="image.png"/>
          <p:cNvPicPr>
            <a:picLocks noChangeAspect="1"/>
          </p:cNvPicPr>
          <p:nvPr/>
        </p:nvPicPr>
        <p:blipFill>
          <a:blip r:embed="rId2"/>
          <a:stretch>
            <a:fillRect/>
          </a:stretch>
        </p:blipFill>
        <p:spPr>
          <a:xfrm>
            <a:off x="3987736" y="539496"/>
            <a:ext cx="4216527" cy="5669280"/>
          </a:xfrm>
          <a:prstGeom prst="rect">
            <a:avLst/>
          </a:prstGeom>
        </p:spPr>
      </p:pic>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wrap="square">
            <a:noAutofit/>
          </a:bodyPr>
          <a:lstStyle/>
          <a:p>
            <a:pPr>
              <a:lnSpc>
                <a:spcPts val="2400"/>
              </a:lnSpc>
              <a:defRPr>
                <a:solidFill>
                  <a:srgbClr val="FFFFFF"/>
                </a:solidFill>
              </a:defRPr>
            </a:pPr>
            <a:r>
              <a:rPr sz="2400" b="0" i="0">
                <a:latin typeface="Courier"/>
              </a:rPr>
              <a:t>Complementaire Darlington met emitter degeneratie</a:t>
            </a:r>
            <a:endParaRPr sz="2400" b="0" i="0">
              <a:latin typeface="Courier"/>
            </a:endParaRPr>
          </a:p>
          <a:p>
            <a:pPr>
              <a:lnSpc>
                <a:spcPts val="2400"/>
              </a:lnSpc>
              <a:defRPr>
                <a:solidFill>
                  <a:srgbClr val="FFFFFF"/>
                </a:solidFill>
              </a:defRPr>
            </a:pPr>
            <a:r>
              <a:rPr sz="2400" b="0" i="0">
                <a:latin typeface="Courier"/>
              </a:rPr>
              <a:t>*</a:t>
            </a:r>
            <a:endParaRPr sz="2400" b="0" i="0">
              <a:latin typeface="Courier"/>
            </a:endParaRPr>
          </a:p>
          <a:p>
            <a:pPr>
              <a:lnSpc>
                <a:spcPts val="2400"/>
              </a:lnSpc>
              <a:defRPr>
                <a:solidFill>
                  <a:srgbClr val="FFFFFF"/>
                </a:solidFill>
              </a:defRPr>
            </a:pPr>
            <a:r>
              <a:rPr sz="2400" b="0" i="0">
                <a:latin typeface="Courier"/>
              </a:rPr>
              <a:t>*  PUSH-PULL TRANSISTOR OUTPUT STAGE</a:t>
            </a:r>
            <a:endParaRPr sz="2400" b="0" i="0">
              <a:latin typeface="Courier"/>
            </a:endParaRPr>
          </a:p>
          <a:p>
            <a:pPr>
              <a:lnSpc>
                <a:spcPts val="2400"/>
              </a:lnSpc>
              <a:defRPr>
                <a:solidFill>
                  <a:srgbClr val="FFFFFF"/>
                </a:solidFill>
              </a:defRPr>
            </a:pPr>
            <a:r>
              <a:rPr sz="2400" b="0" i="0">
                <a:latin typeface="Courier"/>
              </a:rPr>
              <a:t>Q1 2 1 0 QNPN</a:t>
            </a:r>
            <a:endParaRPr sz="2400" b="0" i="0">
              <a:latin typeface="Courier"/>
            </a:endParaRPr>
          </a:p>
          <a:p>
            <a:pPr>
              <a:lnSpc>
                <a:spcPts val="2400"/>
              </a:lnSpc>
              <a:defRPr>
                <a:solidFill>
                  <a:srgbClr val="FFFFFF"/>
                </a:solidFill>
              </a:defRPr>
            </a:pPr>
            <a:r>
              <a:rPr sz="2400" b="0" i="0">
                <a:latin typeface="Courier"/>
              </a:rPr>
              <a:t>Q2 0 2 3 QPNP</a:t>
            </a:r>
            <a:endParaRPr sz="2400" b="0" i="0">
              <a:latin typeface="Courier"/>
            </a:endParaRPr>
          </a:p>
          <a:p>
            <a:pPr>
              <a:lnSpc>
                <a:spcPts val="2400"/>
              </a:lnSpc>
              <a:defRPr>
                <a:solidFill>
                  <a:srgbClr val="FFFFFF"/>
                </a:solidFill>
              </a:defRPr>
            </a:pPr>
            <a:r>
              <a:rPr sz="2400" b="0" i="0">
                <a:latin typeface="Courier"/>
              </a:rPr>
              <a:t>*</a:t>
            </a:r>
            <a:endParaRPr sz="2400" b="0" i="0">
              <a:latin typeface="Courier"/>
            </a:endParaRPr>
          </a:p>
          <a:p>
            <a:pPr>
              <a:lnSpc>
                <a:spcPts val="2400"/>
              </a:lnSpc>
              <a:defRPr>
                <a:solidFill>
                  <a:srgbClr val="FFFFFF"/>
                </a:solidFill>
              </a:defRPr>
            </a:pPr>
            <a:r>
              <a:rPr sz="2400" b="0" i="0">
                <a:latin typeface="Courier"/>
              </a:rPr>
              <a:t>* DEVICE MODELS</a:t>
            </a:r>
            <a:endParaRPr sz="2400" b="0" i="0">
              <a:latin typeface="Courier"/>
            </a:endParaRPr>
          </a:p>
          <a:p>
            <a:pPr>
              <a:lnSpc>
                <a:spcPts val="2400"/>
              </a:lnSpc>
              <a:defRPr>
                <a:solidFill>
                  <a:srgbClr val="FFFFFF"/>
                </a:solidFill>
              </a:defRPr>
            </a:pPr>
            <a:r>
              <a:rPr sz="2400" b="0" i="0">
                <a:latin typeface="Courier"/>
              </a:rPr>
              <a:t>.model QNPN	NPN(BF=50)</a:t>
            </a:r>
            <a:endParaRPr sz="2400" b="0" i="0">
              <a:latin typeface="Courier"/>
            </a:endParaRPr>
          </a:p>
          <a:p>
            <a:pPr>
              <a:lnSpc>
                <a:spcPts val="2400"/>
              </a:lnSpc>
              <a:defRPr>
                <a:solidFill>
                  <a:srgbClr val="FFFFFF"/>
                </a:solidFill>
              </a:defRPr>
            </a:pPr>
            <a:r>
              <a:rPr sz="2400" b="0" i="0">
                <a:latin typeface="Courier"/>
              </a:rPr>
              <a:t>.model QPNP	PNP(BF=50)</a:t>
            </a:r>
            <a:endParaRPr sz="2400" b="0" i="0">
              <a:latin typeface="Courier"/>
            </a:endParaRPr>
          </a:p>
        </p:txBody>
      </p:sp>
      <p:sp>
        <p:nvSpPr>
          <p:cNvPr id="3" name="Title 2"/>
          <p:cNvSpPr>
            <a:spLocks noGrp="1"/>
          </p:cNvSpPr>
          <p:nvPr>
            <p:ph type="title"/>
          </p:nvPr>
        </p:nvSpPr>
        <p:spPr/>
        <p:txBody>
          <a:bodyPr wrap="square">
            <a:noAutofit/>
          </a:bodyPr>
          <a:lstStyle/>
          <a:p>
            <a:r>
              <a:rPr sz="3200" b="1" i="0">
                <a:latin typeface="Arial"/>
              </a:rPr>
              <a:t>SPICE code complementair Darlington paar</a:t>
            </a:r>
            <a:endParaRPr sz="3200" b="1" i="0">
              <a:latin typeface="Arial"/>
            </a:endParaRP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Transfer characteristiek complementair Darlington paar</a:t>
            </a:r>
            <a:endParaRPr sz="3200" b="1" i="0">
              <a:latin typeface="Arial"/>
            </a:endParaRPr>
          </a:p>
        </p:txBody>
      </p:sp>
      <p:pic>
        <p:nvPicPr>
          <p:cNvPr id="4" name="Picture 3" descr="image.png"/>
          <p:cNvPicPr>
            <a:picLocks noChangeAspect="1"/>
          </p:cNvPicPr>
          <p:nvPr/>
        </p:nvPicPr>
        <p:blipFill>
          <a:blip r:embed="rId2"/>
          <a:stretch>
            <a:fillRect/>
          </a:stretch>
        </p:blipFill>
        <p:spPr>
          <a:xfrm>
            <a:off x="2564180" y="539496"/>
            <a:ext cx="7063639" cy="5669280"/>
          </a:xfrm>
          <a:prstGeom prst="rect">
            <a:avLst/>
          </a:prstGeom>
        </p:spPr>
      </p:pic>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Complementair Darlington paar met emitter degeneratie</a:t>
            </a:r>
            <a:endParaRPr sz="3200" b="1" i="0">
              <a:latin typeface="Arial"/>
            </a:endParaRPr>
          </a:p>
        </p:txBody>
      </p:sp>
      <p:pic>
        <p:nvPicPr>
          <p:cNvPr id="4" name="Picture 3" descr="image.png"/>
          <p:cNvPicPr>
            <a:picLocks noChangeAspect="1"/>
          </p:cNvPicPr>
          <p:nvPr/>
        </p:nvPicPr>
        <p:blipFill>
          <a:blip r:embed="rId2"/>
          <a:stretch>
            <a:fillRect/>
          </a:stretch>
        </p:blipFill>
        <p:spPr>
          <a:xfrm>
            <a:off x="5115721" y="539496"/>
            <a:ext cx="1960558" cy="5669280"/>
          </a:xfrm>
          <a:prstGeom prst="rect">
            <a:avLst/>
          </a:prstGeom>
        </p:spPr>
      </p:pic>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wrap="square">
            <a:noAutofit/>
          </a:bodyPr>
          <a:lstStyle/>
          <a:p>
            <a:pPr>
              <a:lnSpc>
                <a:spcPts val="2400"/>
              </a:lnSpc>
              <a:defRPr>
                <a:solidFill>
                  <a:srgbClr val="FFFFFF"/>
                </a:solidFill>
              </a:defRPr>
            </a:pPr>
            <a:r>
              <a:rPr sz="2400" b="0" i="0">
                <a:latin typeface="Courier"/>
              </a:rPr>
              <a:t>Complementaire Darlington met emitter degeneratie</a:t>
            </a:r>
            <a:endParaRPr sz="2400" b="0" i="0">
              <a:latin typeface="Courier"/>
            </a:endParaRPr>
          </a:p>
          <a:p>
            <a:pPr>
              <a:lnSpc>
                <a:spcPts val="2400"/>
              </a:lnSpc>
              <a:defRPr>
                <a:solidFill>
                  <a:srgbClr val="FFFFFF"/>
                </a:solidFill>
              </a:defRPr>
            </a:pPr>
            <a:r>
              <a:rPr sz="2400" b="0" i="0">
                <a:latin typeface="Courier"/>
              </a:rPr>
              <a:t>*</a:t>
            </a:r>
            <a:endParaRPr sz="2400" b="0" i="0">
              <a:latin typeface="Courier"/>
            </a:endParaRPr>
          </a:p>
          <a:p>
            <a:pPr>
              <a:lnSpc>
                <a:spcPts val="2400"/>
              </a:lnSpc>
              <a:defRPr>
                <a:solidFill>
                  <a:srgbClr val="FFFFFF"/>
                </a:solidFill>
              </a:defRPr>
            </a:pPr>
            <a:r>
              <a:rPr sz="2400" b="0" i="0">
                <a:latin typeface="Courier"/>
              </a:rPr>
              <a:t>*  PUSH-PULL TRANSISTOR OUTPUT STAGE</a:t>
            </a:r>
            <a:endParaRPr sz="2400" b="0" i="0">
              <a:latin typeface="Courier"/>
            </a:endParaRPr>
          </a:p>
          <a:p>
            <a:pPr>
              <a:lnSpc>
                <a:spcPts val="2400"/>
              </a:lnSpc>
              <a:defRPr>
                <a:solidFill>
                  <a:srgbClr val="FFFFFF"/>
                </a:solidFill>
              </a:defRPr>
            </a:pPr>
            <a:r>
              <a:rPr sz="2400" b="0" i="0">
                <a:latin typeface="Courier"/>
              </a:rPr>
              <a:t>Q1 2 1 4 QNPN</a:t>
            </a:r>
            <a:endParaRPr sz="2400" b="0" i="0">
              <a:latin typeface="Courier"/>
            </a:endParaRPr>
          </a:p>
          <a:p>
            <a:pPr>
              <a:lnSpc>
                <a:spcPts val="2400"/>
              </a:lnSpc>
              <a:defRPr>
                <a:solidFill>
                  <a:srgbClr val="FFFFFF"/>
                </a:solidFill>
              </a:defRPr>
            </a:pPr>
            <a:r>
              <a:rPr sz="2400" b="0" i="0">
                <a:latin typeface="Courier"/>
              </a:rPr>
              <a:t>Q2 0 2 3 QPNP</a:t>
            </a:r>
            <a:endParaRPr sz="2400" b="0" i="0">
              <a:latin typeface="Courier"/>
            </a:endParaRPr>
          </a:p>
          <a:p>
            <a:pPr>
              <a:lnSpc>
                <a:spcPts val="2400"/>
              </a:lnSpc>
              <a:defRPr>
                <a:solidFill>
                  <a:srgbClr val="FFFFFF"/>
                </a:solidFill>
              </a:defRPr>
            </a:pPr>
            <a:r>
              <a:rPr sz="2400" b="0" i="0">
                <a:latin typeface="Courier"/>
              </a:rPr>
              <a:t>RED 4 0 100</a:t>
            </a:r>
            <a:endParaRPr sz="2400" b="0" i="0">
              <a:latin typeface="Courier"/>
            </a:endParaRPr>
          </a:p>
          <a:p>
            <a:pPr>
              <a:lnSpc>
                <a:spcPts val="2400"/>
              </a:lnSpc>
              <a:defRPr>
                <a:solidFill>
                  <a:srgbClr val="FFFFFF"/>
                </a:solidFill>
              </a:defRPr>
            </a:pPr>
            <a:r>
              <a:rPr sz="2400" b="0" i="0">
                <a:latin typeface="Courier"/>
              </a:rPr>
              <a:t>R2 2 3 100</a:t>
            </a:r>
            <a:endParaRPr sz="2400" b="0" i="0">
              <a:latin typeface="Courier"/>
            </a:endParaRPr>
          </a:p>
          <a:p>
            <a:pPr>
              <a:lnSpc>
                <a:spcPts val="2400"/>
              </a:lnSpc>
              <a:defRPr>
                <a:solidFill>
                  <a:srgbClr val="FFFFFF"/>
                </a:solidFill>
              </a:defRPr>
            </a:pPr>
            <a:r>
              <a:rPr sz="2400" b="0" i="0">
                <a:latin typeface="Courier"/>
              </a:rPr>
              <a:t>*</a:t>
            </a:r>
            <a:endParaRPr sz="2400" b="0" i="0">
              <a:latin typeface="Courier"/>
            </a:endParaRPr>
          </a:p>
          <a:p>
            <a:pPr>
              <a:lnSpc>
                <a:spcPts val="2400"/>
              </a:lnSpc>
              <a:defRPr>
                <a:solidFill>
                  <a:srgbClr val="FFFFFF"/>
                </a:solidFill>
              </a:defRPr>
            </a:pPr>
            <a:r>
              <a:rPr sz="2400" b="0" i="0">
                <a:latin typeface="Courier"/>
              </a:rPr>
              <a:t>* DEVICE MODELS</a:t>
            </a:r>
            <a:endParaRPr sz="2400" b="0" i="0">
              <a:latin typeface="Courier"/>
            </a:endParaRPr>
          </a:p>
          <a:p>
            <a:pPr>
              <a:lnSpc>
                <a:spcPts val="2400"/>
              </a:lnSpc>
              <a:defRPr>
                <a:solidFill>
                  <a:srgbClr val="FFFFFF"/>
                </a:solidFill>
              </a:defRPr>
            </a:pPr>
            <a:r>
              <a:rPr sz="2400" b="0" i="0">
                <a:latin typeface="Courier"/>
              </a:rPr>
              <a:t>.model QNPN	NPN(BF=50)</a:t>
            </a:r>
            <a:endParaRPr sz="2400" b="0" i="0">
              <a:latin typeface="Courier"/>
            </a:endParaRPr>
          </a:p>
          <a:p>
            <a:pPr>
              <a:lnSpc>
                <a:spcPts val="2400"/>
              </a:lnSpc>
              <a:defRPr>
                <a:solidFill>
                  <a:srgbClr val="FFFFFF"/>
                </a:solidFill>
              </a:defRPr>
            </a:pPr>
            <a:r>
              <a:rPr sz="2400" b="0" i="0">
                <a:latin typeface="Courier"/>
              </a:rPr>
              <a:t>.model QPNP	PNP(BF=50)</a:t>
            </a:r>
            <a:endParaRPr sz="2400" b="0" i="0">
              <a:latin typeface="Courier"/>
            </a:endParaRPr>
          </a:p>
        </p:txBody>
      </p:sp>
      <p:sp>
        <p:nvSpPr>
          <p:cNvPr id="3" name="Title 2"/>
          <p:cNvSpPr>
            <a:spLocks noGrp="1"/>
          </p:cNvSpPr>
          <p:nvPr>
            <p:ph type="title"/>
          </p:nvPr>
        </p:nvSpPr>
        <p:spPr/>
        <p:txBody>
          <a:bodyPr wrap="square">
            <a:noAutofit/>
          </a:bodyPr>
          <a:lstStyle/>
          <a:p>
            <a:r>
              <a:rPr sz="2600" b="1" i="0">
                <a:latin typeface="Arial"/>
              </a:rPr>
              <a:t>SPICE code complementair Darlington paar met emitter degeneratie</a:t>
            </a:r>
            <a:endParaRPr sz="2600" b="1" i="0">
              <a:latin typeface="Arial"/>
            </a:endParaRP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2200" b="1" i="0">
                <a:latin typeface="Arial"/>
              </a:rPr>
              <a:t>Transfer characteristiek complementair Darlington paar met emitter degeneratie</a:t>
            </a:r>
            <a:endParaRPr sz="2200" b="1" i="0">
              <a:latin typeface="Arial"/>
            </a:endParaRPr>
          </a:p>
        </p:txBody>
      </p:sp>
      <p:pic>
        <p:nvPicPr>
          <p:cNvPr id="4" name="Picture 3" descr="image.png"/>
          <p:cNvPicPr>
            <a:picLocks noChangeAspect="1"/>
          </p:cNvPicPr>
          <p:nvPr/>
        </p:nvPicPr>
        <p:blipFill>
          <a:blip r:embed="rId2"/>
          <a:stretch>
            <a:fillRect/>
          </a:stretch>
        </p:blipFill>
        <p:spPr>
          <a:xfrm>
            <a:off x="2526608" y="539496"/>
            <a:ext cx="7138784" cy="5669280"/>
          </a:xfrm>
          <a:prstGeom prst="rect">
            <a:avLst/>
          </a:prstGeom>
        </p:spPr>
      </p:pic>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spAutoFit/>
          </a:bodyPr>
          <a:lstStyle/>
          <a:p>
            <a:pPr/>
            <a:r>
              <a:t>PNP vermogentransistors zijn</a:t>
            </a:r>
          </a:p>
          <a:p>
            <a:pPr lvl="1"/>
            <a:r>
              <a:t>minder goed,</a:t>
            </a:r>
          </a:p>
          <a:p>
            <a:pPr lvl="1"/>
            <a:r>
              <a:t>minder robust,</a:t>
            </a:r>
          </a:p>
          <a:p>
            <a:pPr lvl="1"/>
            <a:r>
              <a:t>minder betrouwbaar,</a:t>
            </a:r>
          </a:p>
          <a:p>
            <a:pPr lvl="1"/>
            <a:r>
              <a:t>of duurder</a:t>
            </a:r>
          </a:p>
          <a:p>
            <a:pPr/>
            <a:r>
              <a:t>  </a:t>
            </a:r>
          </a:p>
          <a:p>
            <a:pPr/>
            <a:r>
              <a:t>dan de vergelijkbare NPN component.</a:t>
            </a:r>
          </a:p>
          <a:p>
            <a:pPr/>
          </a:p>
          <a:p>
            <a:pPr lvl="1"/>
            <a:r>
              <a:t>We vervangen de grootste PNP transistors door NPN transistors.</a:t>
            </a:r>
          </a:p>
          <a:p>
            <a:pPr lvl="1"/>
            <a:r>
              <a:t>T’2 verhuist daardoor van plaats en we moeten de diode terug invoeren.</a:t>
            </a:r>
          </a:p>
          <a:p>
            <a:pPr lvl="1"/>
            <a:r>
              <a:t>We zijn een belangrijk deel van de symmetrie terug kwijt.</a:t>
            </a:r>
          </a:p>
        </p:txBody>
      </p:sp>
      <p:sp>
        <p:nvSpPr>
          <p:cNvPr id="3" name="Title 2"/>
          <p:cNvSpPr>
            <a:spLocks noGrp="1"/>
          </p:cNvSpPr>
          <p:nvPr>
            <p:ph type="title"/>
          </p:nvPr>
        </p:nvSpPr>
        <p:spPr/>
        <p:txBody>
          <a:bodyPr wrap="square">
            <a:noAutofit/>
          </a:bodyPr>
          <a:lstStyle/>
          <a:p>
            <a:r>
              <a:rPr sz="3200" b="1" i="0">
                <a:latin typeface="Arial"/>
              </a:rPr>
              <a:t>PNP vermogentransistors</a:t>
            </a:r>
            <a:endParaRPr sz="3200" b="1" i="0">
              <a:latin typeface="Arial"/>
            </a:endParaRP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Schema met NPN eindtrap</a:t>
            </a:r>
            <a:endParaRPr sz="3200" b="1" i="0">
              <a:latin typeface="Arial"/>
            </a:endParaRPr>
          </a:p>
        </p:txBody>
      </p:sp>
      <p:pic>
        <p:nvPicPr>
          <p:cNvPr id="4" name="Picture 3" descr="image.png"/>
          <p:cNvPicPr>
            <a:picLocks noChangeAspect="1"/>
          </p:cNvPicPr>
          <p:nvPr/>
        </p:nvPicPr>
        <p:blipFill>
          <a:blip r:embed="rId2"/>
          <a:stretch>
            <a:fillRect/>
          </a:stretch>
        </p:blipFill>
        <p:spPr>
          <a:xfrm>
            <a:off x="1185428" y="539496"/>
            <a:ext cx="9821144" cy="5669280"/>
          </a:xfrm>
          <a:prstGeom prst="rect">
            <a:avLst/>
          </a:prstGeom>
        </p:spPr>
      </p:pic>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Bijkomende trap met invoering symmetrie</a:t>
            </a:r>
            <a:endParaRPr sz="3200" b="1" i="0">
              <a:latin typeface="Arial"/>
            </a:endParaRPr>
          </a:p>
        </p:txBody>
      </p:sp>
      <p:pic>
        <p:nvPicPr>
          <p:cNvPr id="4" name="Picture 3" descr="image.png"/>
          <p:cNvPicPr>
            <a:picLocks noChangeAspect="1"/>
          </p:cNvPicPr>
          <p:nvPr/>
        </p:nvPicPr>
        <p:blipFill>
          <a:blip r:embed="rId2"/>
          <a:stretch>
            <a:fillRect/>
          </a:stretch>
        </p:blipFill>
        <p:spPr>
          <a:xfrm>
            <a:off x="1367290" y="539496"/>
            <a:ext cx="9457419" cy="5669280"/>
          </a:xfrm>
          <a:prstGeom prst="rect">
            <a:avLst/>
          </a:prstGeom>
        </p:spPr>
      </p:pic>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Dissipatie en rendement</a:t>
            </a:r>
            <a:endParaRPr sz="3200" b="1" i="0">
              <a:latin typeface="Arial"/>
            </a:endParaRPr>
          </a:p>
        </p:txBody>
      </p:sp>
      <p:pic>
        <p:nvPicPr>
          <p:cNvPr id="4" name="Picture 3" descr="image.png"/>
          <p:cNvPicPr>
            <a:picLocks noChangeAspect="1"/>
          </p:cNvPicPr>
          <p:nvPr/>
        </p:nvPicPr>
        <p:blipFill>
          <a:blip r:embed="rId2"/>
          <a:stretch>
            <a:fillRect/>
          </a:stretch>
        </p:blipFill>
        <p:spPr>
          <a:xfrm>
            <a:off x="1207440" y="539496"/>
            <a:ext cx="9777120" cy="5669280"/>
          </a:xfrm>
          <a:prstGeom prst="rect">
            <a:avLst/>
          </a:prstGeom>
        </p:spPr>
      </p:pic>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Vergelijking rendement</a:t>
            </a:r>
            <a:endParaRPr sz="3200" b="1" i="0">
              <a:latin typeface="Arial"/>
            </a:endParaRPr>
          </a:p>
        </p:txBody>
      </p:sp>
      <p:pic>
        <p:nvPicPr>
          <p:cNvPr id="4" name="Picture 3" descr="image.png"/>
          <p:cNvPicPr>
            <a:picLocks noChangeAspect="1"/>
          </p:cNvPicPr>
          <p:nvPr/>
        </p:nvPicPr>
        <p:blipFill>
          <a:blip r:embed="rId2"/>
          <a:stretch>
            <a:fillRect/>
          </a:stretch>
        </p:blipFill>
        <p:spPr>
          <a:xfrm>
            <a:off x="1286967" y="539496"/>
            <a:ext cx="9618065" cy="5669280"/>
          </a:xfrm>
          <a:prstGeom prst="rect">
            <a:avLst/>
          </a:prstGeom>
        </p:spPr>
      </p:pic>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spAutoFit/>
          </a:bodyPr>
          <a:lstStyle/>
          <a:p>
            <a:pPr lvl="1"/>
            <a:r>
              <a:t>De dissipatie is maximaal voor een uitsturing van 63%.</a:t>
            </a:r>
          </a:p>
          <a:p>
            <a:pPr lvl="1"/>
            <a:r>
              <a:t>Deze dissipatie is kleiner dan de helft van het maximale AC vermogen.</a:t>
            </a:r>
          </a:p>
          <a:p>
            <a:pPr lvl="1"/>
            <a:r>
              <a:t>Per transistor is dit maar 1/4 van het maximale AC vermogen.</a:t>
            </a:r>
          </a:p>
          <a:p>
            <a:pPr lvl="1"/>
            <a:r>
              <a:t>Bij een klasse A is de maximale dissipatie het dubbele van het maximale AC vermogen.</a:t>
            </a:r>
          </a:p>
          <a:p>
            <a:pPr lvl="1"/>
            <a:r>
              <a:t>Voor een gelijk vermogen zullen de transistors van een klasse A versterker ongeveer 10 maal groter (en duurder) zijn.</a:t>
            </a:r>
          </a:p>
        </p:txBody>
      </p:sp>
      <p:sp>
        <p:nvSpPr>
          <p:cNvPr id="3" name="Title 2"/>
          <p:cNvSpPr>
            <a:spLocks noGrp="1"/>
          </p:cNvSpPr>
          <p:nvPr>
            <p:ph type="title"/>
          </p:nvPr>
        </p:nvSpPr>
        <p:spPr/>
        <p:txBody>
          <a:bodyPr wrap="square">
            <a:noAutofit/>
          </a:bodyPr>
          <a:lstStyle/>
          <a:p>
            <a:r>
              <a:rPr sz="3200" b="1" i="0">
                <a:latin typeface="Arial"/>
              </a:rPr>
              <a:t>Dissipatie per transistor</a:t>
            </a:r>
            <a:endParaRPr sz="3200" b="1" i="0">
              <a:latin typeface="Arial"/>
            </a:endParaRP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Autofit/>
          </a:bodyPr>
          <a:lstStyle/>
          <a:p>
            <a:r>
              <a:rPr sz="3200" b="1" i="0">
                <a:latin typeface="Arial"/>
              </a:rPr>
              <a:t>Invoering van terugkoppeling</a:t>
            </a:r>
            <a:endParaRPr sz="3200" b="1" i="0">
              <a:latin typeface="Arial"/>
            </a:endParaRP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Vermogentrap zonder terugkoppeling</a:t>
            </a:r>
            <a:endParaRPr sz="3200" b="1" i="0">
              <a:latin typeface="Arial"/>
            </a:endParaRPr>
          </a:p>
        </p:txBody>
      </p:sp>
      <p:pic>
        <p:nvPicPr>
          <p:cNvPr id="4" name="Picture 3" descr="image.png"/>
          <p:cNvPicPr>
            <a:picLocks noChangeAspect="1"/>
          </p:cNvPicPr>
          <p:nvPr/>
        </p:nvPicPr>
        <p:blipFill>
          <a:blip r:embed="rId2"/>
          <a:stretch>
            <a:fillRect/>
          </a:stretch>
        </p:blipFill>
        <p:spPr>
          <a:xfrm>
            <a:off x="1556657" y="539496"/>
            <a:ext cx="9078686" cy="5669280"/>
          </a:xfrm>
          <a:prstGeom prst="rect">
            <a:avLst/>
          </a:prstGeom>
        </p:spPr>
      </p:pic>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Vermogentrap met terugkoppeling</a:t>
            </a:r>
            <a:endParaRPr sz="3200" b="1" i="0">
              <a:latin typeface="Arial"/>
            </a:endParaRPr>
          </a:p>
        </p:txBody>
      </p:sp>
      <p:pic>
        <p:nvPicPr>
          <p:cNvPr id="4" name="Picture 3" descr="image.png"/>
          <p:cNvPicPr>
            <a:picLocks noChangeAspect="1"/>
          </p:cNvPicPr>
          <p:nvPr/>
        </p:nvPicPr>
        <p:blipFill>
          <a:blip r:embed="rId2"/>
          <a:stretch>
            <a:fillRect/>
          </a:stretch>
        </p:blipFill>
        <p:spPr>
          <a:xfrm>
            <a:off x="1674481" y="539496"/>
            <a:ext cx="8843038" cy="5669280"/>
          </a:xfrm>
          <a:prstGeom prst="rect">
            <a:avLst/>
          </a:prstGeom>
        </p:spPr>
      </p:pic>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wrap="square">
            <a:noAutofit/>
          </a:bodyPr>
          <a:lstStyle/>
          <a:p>
            <a:pPr>
              <a:lnSpc>
                <a:spcPts val="2400"/>
              </a:lnSpc>
              <a:defRPr>
                <a:solidFill>
                  <a:srgbClr val="FFFFFF"/>
                </a:solidFill>
              </a:defRPr>
            </a:pPr>
            <a:r>
              <a:rPr sz="2400" b="0" i="0">
                <a:latin typeface="Courier"/>
              </a:rPr>
              <a:t>Klasse B versterker met OPAMP terugkoppeling</a:t>
            </a:r>
            <a:endParaRPr sz="2400" b="0" i="0">
              <a:latin typeface="Courier"/>
            </a:endParaRPr>
          </a:p>
          <a:p>
            <a:pPr>
              <a:lnSpc>
                <a:spcPts val="2400"/>
              </a:lnSpc>
              <a:defRPr>
                <a:solidFill>
                  <a:srgbClr val="FFFFFF"/>
                </a:solidFill>
              </a:defRPr>
            </a:pPr>
            <a:r>
              <a:rPr sz="2400" b="0" i="0">
                <a:latin typeface="Courier"/>
              </a:rPr>
              <a:t>VPOS 8 0 DC +15V</a:t>
            </a:r>
            <a:endParaRPr sz="2400" b="0" i="0">
              <a:latin typeface="Courier"/>
            </a:endParaRPr>
          </a:p>
          <a:p>
            <a:pPr>
              <a:lnSpc>
                <a:spcPts val="2400"/>
              </a:lnSpc>
              <a:defRPr>
                <a:solidFill>
                  <a:srgbClr val="FFFFFF"/>
                </a:solidFill>
              </a:defRPr>
            </a:pPr>
            <a:r>
              <a:rPr sz="2400" b="0" i="0">
                <a:latin typeface="Courier"/>
              </a:rPr>
              <a:t>VNEG 9 0 DC -15V</a:t>
            </a:r>
            <a:endParaRPr sz="2400" b="0" i="0">
              <a:latin typeface="Courier"/>
            </a:endParaRPr>
          </a:p>
          <a:p>
            <a:pPr>
              <a:lnSpc>
                <a:spcPts val="2400"/>
              </a:lnSpc>
              <a:defRPr>
                <a:solidFill>
                  <a:srgbClr val="FFFFFF"/>
                </a:solidFill>
              </a:defRPr>
            </a:pPr>
            <a:r>
              <a:rPr sz="2400" b="0" i="0">
                <a:latin typeface="Courier"/>
              </a:rPr>
              <a:t>VS3 20 0 DC 0 SIN(0V 5VPEAK 10KHZ)</a:t>
            </a:r>
            <a:endParaRPr sz="2400" b="0" i="0">
              <a:latin typeface="Courier"/>
            </a:endParaRPr>
          </a:p>
          <a:p>
            <a:pPr>
              <a:lnSpc>
                <a:spcPts val="2400"/>
              </a:lnSpc>
              <a:defRPr>
                <a:solidFill>
                  <a:srgbClr val="FFFFFF"/>
                </a:solidFill>
              </a:defRPr>
            </a:pPr>
            <a:r>
              <a:rPr sz="2400" b="0" i="0">
                <a:latin typeface="Courier"/>
              </a:rPr>
              <a:t>Q21 8 23 22 QNPN</a:t>
            </a:r>
            <a:endParaRPr sz="2400" b="0" i="0">
              <a:latin typeface="Courier"/>
            </a:endParaRPr>
          </a:p>
          <a:p>
            <a:pPr>
              <a:lnSpc>
                <a:spcPts val="2400"/>
              </a:lnSpc>
              <a:defRPr>
                <a:solidFill>
                  <a:srgbClr val="FFFFFF"/>
                </a:solidFill>
              </a:defRPr>
            </a:pPr>
            <a:r>
              <a:rPr sz="2400" b="0" i="0">
                <a:latin typeface="Courier"/>
              </a:rPr>
              <a:t>Q22 9 23 22 QPNP</a:t>
            </a:r>
            <a:endParaRPr sz="2400" b="0" i="0">
              <a:latin typeface="Courier"/>
            </a:endParaRPr>
          </a:p>
          <a:p>
            <a:pPr>
              <a:lnSpc>
                <a:spcPts val="2400"/>
              </a:lnSpc>
              <a:defRPr>
                <a:solidFill>
                  <a:srgbClr val="FFFFFF"/>
                </a:solidFill>
              </a:defRPr>
            </a:pPr>
            <a:r>
              <a:rPr sz="2400" b="0" i="0">
                <a:latin typeface="Courier"/>
              </a:rPr>
              <a:t>RL3 22 0 100</a:t>
            </a:r>
            <a:endParaRPr sz="2400" b="0" i="0">
              <a:latin typeface="Courier"/>
            </a:endParaRPr>
          </a:p>
          <a:p>
            <a:pPr>
              <a:lnSpc>
                <a:spcPts val="2400"/>
              </a:lnSpc>
              <a:defRPr>
                <a:solidFill>
                  <a:srgbClr val="FFFFFF"/>
                </a:solidFill>
              </a:defRPr>
            </a:pPr>
            <a:r>
              <a:rPr sz="2400" b="0" i="0">
                <a:latin typeface="Courier"/>
              </a:rPr>
              <a:t>XOpAmp 20 22 8 9 23 8 opamp</a:t>
            </a:r>
            <a:endParaRPr sz="2400" b="0" i="0">
              <a:latin typeface="Courier"/>
            </a:endParaRPr>
          </a:p>
          <a:p>
            <a:pPr>
              <a:lnSpc>
                <a:spcPts val="2400"/>
              </a:lnSpc>
              <a:defRPr>
                <a:solidFill>
                  <a:srgbClr val="FFFFFF"/>
                </a:solidFill>
              </a:defRPr>
            </a:pPr>
            <a:r>
              <a:rPr sz="2400" b="0" i="0">
                <a:latin typeface="Courier"/>
              </a:rPr>
              <a:t>* DEVICE MODELS</a:t>
            </a:r>
            <a:endParaRPr sz="2400" b="0" i="0">
              <a:latin typeface="Courier"/>
            </a:endParaRPr>
          </a:p>
          <a:p>
            <a:pPr>
              <a:lnSpc>
                <a:spcPts val="2400"/>
              </a:lnSpc>
              <a:defRPr>
                <a:solidFill>
                  <a:srgbClr val="FFFFFF"/>
                </a:solidFill>
              </a:defRPr>
            </a:pPr>
            <a:r>
              <a:rPr sz="2400" b="0" i="0">
                <a:latin typeface="Courier"/>
              </a:rPr>
              <a:t>.model QNPN NPN(BF=50)</a:t>
            </a:r>
            <a:endParaRPr sz="2400" b="0" i="0">
              <a:latin typeface="Courier"/>
            </a:endParaRPr>
          </a:p>
          <a:p>
            <a:pPr>
              <a:lnSpc>
                <a:spcPts val="2400"/>
              </a:lnSpc>
              <a:defRPr>
                <a:solidFill>
                  <a:srgbClr val="FFFFFF"/>
                </a:solidFill>
              </a:defRPr>
            </a:pPr>
            <a:r>
              <a:rPr sz="2400" b="0" i="0">
                <a:latin typeface="Courier"/>
              </a:rPr>
              <a:t>.model QPNP PNP(BF=50)</a:t>
            </a:r>
            <a:endParaRPr sz="2400" b="0" i="0">
              <a:latin typeface="Courier"/>
            </a:endParaRPr>
          </a:p>
        </p:txBody>
      </p:sp>
      <p:sp>
        <p:nvSpPr>
          <p:cNvPr id="3" name="Title 2"/>
          <p:cNvSpPr>
            <a:spLocks noGrp="1"/>
          </p:cNvSpPr>
          <p:nvPr>
            <p:ph type="title"/>
          </p:nvPr>
        </p:nvSpPr>
        <p:spPr/>
        <p:txBody>
          <a:bodyPr wrap="square">
            <a:noAutofit/>
          </a:bodyPr>
          <a:lstStyle/>
          <a:p>
            <a:r>
              <a:rPr sz="3200" b="1" i="0">
                <a:latin typeface="Arial"/>
              </a:rPr>
              <a:t>SPICE code: 5V input swing</a:t>
            </a:r>
            <a:endParaRPr sz="3200" b="1" i="0">
              <a:latin typeface="Arial"/>
            </a:endParaRP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wrap="square">
            <a:noAutofit/>
          </a:bodyPr>
          <a:lstStyle/>
          <a:p>
            <a:pPr>
              <a:lnSpc>
                <a:spcPts val="2400"/>
              </a:lnSpc>
              <a:defRPr>
                <a:solidFill>
                  <a:srgbClr val="FFFFFF"/>
                </a:solidFill>
              </a:defRPr>
            </a:pPr>
            <a:r>
              <a:rPr sz="2400" b="0" i="0">
                <a:latin typeface="Courier"/>
              </a:rPr>
              <a:t>.model DNOM D()</a:t>
            </a:r>
            <a:endParaRPr sz="2400" b="0" i="0">
              <a:latin typeface="Courier"/>
            </a:endParaRPr>
          </a:p>
        </p:txBody>
      </p:sp>
      <p:sp>
        <p:nvSpPr>
          <p:cNvPr id="3" name="Title 2"/>
          <p:cNvSpPr>
            <a:spLocks noGrp="1"/>
          </p:cNvSpPr>
          <p:nvPr>
            <p:ph type="title"/>
          </p:nvPr>
        </p:nvSpPr>
        <p:spPr/>
        <p:txBody>
          <a:bodyPr wrap="square">
            <a:noAutofit/>
          </a:bodyPr>
          <a:lstStyle/>
          <a:p>
            <a:r>
              <a:rPr sz="3200" b="1" i="0">
                <a:latin typeface="Arial"/>
              </a:rPr>
              <a:t>SPICE code: 5V input swing</a:t>
            </a:r>
            <a:endParaRPr sz="3200" b="1" i="0">
              <a:latin typeface="Arial"/>
            </a:endParaRP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Terugkoppeling: stromen en spanningen</a:t>
            </a:r>
            <a:endParaRPr sz="3200" b="1" i="0">
              <a:latin typeface="Arial"/>
            </a:endParaRPr>
          </a:p>
        </p:txBody>
      </p:sp>
      <p:pic>
        <p:nvPicPr>
          <p:cNvPr id="4" name="Picture 3" descr="image.png"/>
          <p:cNvPicPr>
            <a:picLocks noChangeAspect="1"/>
          </p:cNvPicPr>
          <p:nvPr/>
        </p:nvPicPr>
        <p:blipFill>
          <a:blip r:embed="rId2"/>
          <a:stretch>
            <a:fillRect/>
          </a:stretch>
        </p:blipFill>
        <p:spPr>
          <a:xfrm>
            <a:off x="2596545" y="539496"/>
            <a:ext cx="6998910" cy="5669280"/>
          </a:xfrm>
          <a:prstGeom prst="rect">
            <a:avLst/>
          </a:prstGeom>
        </p:spPr>
      </p:pic>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Nuldoorgang van de stromen en de spanningen</a:t>
            </a:r>
            <a:endParaRPr sz="3200" b="1" i="0">
              <a:latin typeface="Arial"/>
            </a:endParaRPr>
          </a:p>
        </p:txBody>
      </p:sp>
      <p:pic>
        <p:nvPicPr>
          <p:cNvPr id="4" name="Picture 3" descr="image.png"/>
          <p:cNvPicPr>
            <a:picLocks noChangeAspect="1"/>
          </p:cNvPicPr>
          <p:nvPr/>
        </p:nvPicPr>
        <p:blipFill>
          <a:blip r:embed="rId2"/>
          <a:stretch>
            <a:fillRect/>
          </a:stretch>
        </p:blipFill>
        <p:spPr>
          <a:xfrm>
            <a:off x="2535366" y="539496"/>
            <a:ext cx="7121268" cy="5669280"/>
          </a:xfrm>
          <a:prstGeom prst="rect">
            <a:avLst/>
          </a:prstGeom>
        </p:spPr>
      </p:pic>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000" b="1" i="0">
                <a:latin typeface="Arial"/>
              </a:rPr>
              <a:t>Stroom door de transistor als functie van de spanning over</a:t>
            </a:r>
            <a:endParaRPr sz="3000" b="1" i="0">
              <a:latin typeface="Arial"/>
            </a:endParaRPr>
          </a:p>
        </p:txBody>
      </p:sp>
      <p:pic>
        <p:nvPicPr>
          <p:cNvPr id="4" name="Picture 3" descr="image.png"/>
          <p:cNvPicPr>
            <a:picLocks noChangeAspect="1"/>
          </p:cNvPicPr>
          <p:nvPr/>
        </p:nvPicPr>
        <p:blipFill>
          <a:blip r:embed="rId2"/>
          <a:stretch>
            <a:fillRect/>
          </a:stretch>
        </p:blipFill>
        <p:spPr>
          <a:xfrm>
            <a:off x="2580879" y="539496"/>
            <a:ext cx="7030241" cy="5669280"/>
          </a:xfrm>
          <a:prstGeom prst="rect">
            <a:avLst/>
          </a:prstGeom>
        </p:spPr>
      </p:pic>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wrap="square">
            <a:noAutofit/>
          </a:bodyPr>
          <a:lstStyle/>
          <a:p>
            <a:pPr>
              <a:lnSpc>
                <a:spcPts val="2400"/>
              </a:lnSpc>
              <a:defRPr>
                <a:solidFill>
                  <a:srgbClr val="FFFFFF"/>
                </a:solidFill>
              </a:defRPr>
            </a:pPr>
            <a:r>
              <a:rPr sz="2400" b="0" i="0">
                <a:latin typeface="Courier"/>
              </a:rPr>
              <a:t>Klasse B versterker met OPAMP terugkoppeling</a:t>
            </a:r>
            <a:endParaRPr sz="2400" b="0" i="0">
              <a:latin typeface="Courier"/>
            </a:endParaRPr>
          </a:p>
          <a:p>
            <a:pPr>
              <a:lnSpc>
                <a:spcPts val="2400"/>
              </a:lnSpc>
              <a:defRPr>
                <a:solidFill>
                  <a:srgbClr val="FFFFFF"/>
                </a:solidFill>
              </a:defRPr>
            </a:pPr>
            <a:r>
              <a:rPr sz="2400" b="0" i="0">
                <a:latin typeface="Courier"/>
              </a:rPr>
              <a:t>VPOS 8 0 DC +2.5V</a:t>
            </a:r>
            <a:endParaRPr sz="2400" b="0" i="0">
              <a:latin typeface="Courier"/>
            </a:endParaRPr>
          </a:p>
          <a:p>
            <a:pPr>
              <a:lnSpc>
                <a:spcPts val="2400"/>
              </a:lnSpc>
              <a:defRPr>
                <a:solidFill>
                  <a:srgbClr val="FFFFFF"/>
                </a:solidFill>
              </a:defRPr>
            </a:pPr>
            <a:r>
              <a:rPr sz="2400" b="0" i="0">
                <a:latin typeface="Courier"/>
              </a:rPr>
              <a:t>VNEG 9 0 DC -2.5V</a:t>
            </a:r>
            <a:endParaRPr sz="2400" b="0" i="0">
              <a:latin typeface="Courier"/>
            </a:endParaRPr>
          </a:p>
          <a:p>
            <a:pPr>
              <a:lnSpc>
                <a:spcPts val="2400"/>
              </a:lnSpc>
              <a:defRPr>
                <a:solidFill>
                  <a:srgbClr val="FFFFFF"/>
                </a:solidFill>
              </a:defRPr>
            </a:pPr>
            <a:r>
              <a:rPr sz="2400" b="0" i="0">
                <a:latin typeface="Courier"/>
              </a:rPr>
              <a:t>VS3 20 0 DC 0 SIN(0V 1VPEAK 10KHZ)</a:t>
            </a:r>
            <a:endParaRPr sz="2400" b="0" i="0">
              <a:latin typeface="Courier"/>
            </a:endParaRPr>
          </a:p>
          <a:p>
            <a:pPr>
              <a:lnSpc>
                <a:spcPts val="2400"/>
              </a:lnSpc>
              <a:defRPr>
                <a:solidFill>
                  <a:srgbClr val="FFFFFF"/>
                </a:solidFill>
              </a:defRPr>
            </a:pPr>
            <a:r>
              <a:rPr sz="2400" b="0" i="0">
                <a:latin typeface="Courier"/>
              </a:rPr>
              <a:t>Q21 8 23 22 QNPN</a:t>
            </a:r>
            <a:endParaRPr sz="2400" b="0" i="0">
              <a:latin typeface="Courier"/>
            </a:endParaRPr>
          </a:p>
          <a:p>
            <a:pPr>
              <a:lnSpc>
                <a:spcPts val="2400"/>
              </a:lnSpc>
              <a:defRPr>
                <a:solidFill>
                  <a:srgbClr val="FFFFFF"/>
                </a:solidFill>
              </a:defRPr>
            </a:pPr>
            <a:r>
              <a:rPr sz="2400" b="0" i="0">
                <a:latin typeface="Courier"/>
              </a:rPr>
              <a:t>Q22 9 23 22 QPNP</a:t>
            </a:r>
            <a:endParaRPr sz="2400" b="0" i="0">
              <a:latin typeface="Courier"/>
            </a:endParaRPr>
          </a:p>
          <a:p>
            <a:pPr>
              <a:lnSpc>
                <a:spcPts val="2400"/>
              </a:lnSpc>
              <a:defRPr>
                <a:solidFill>
                  <a:srgbClr val="FFFFFF"/>
                </a:solidFill>
              </a:defRPr>
            </a:pPr>
            <a:r>
              <a:rPr sz="2400" b="0" i="0">
                <a:latin typeface="Courier"/>
              </a:rPr>
              <a:t>RL3 22 0 100</a:t>
            </a:r>
            <a:endParaRPr sz="2400" b="0" i="0">
              <a:latin typeface="Courier"/>
            </a:endParaRPr>
          </a:p>
          <a:p>
            <a:pPr>
              <a:lnSpc>
                <a:spcPts val="2400"/>
              </a:lnSpc>
              <a:defRPr>
                <a:solidFill>
                  <a:srgbClr val="FFFFFF"/>
                </a:solidFill>
              </a:defRPr>
            </a:pPr>
            <a:r>
              <a:rPr sz="2400" b="0" i="0">
                <a:latin typeface="Courier"/>
              </a:rPr>
              <a:t>XOpAmp 20 22 8 9 23 8 opamp</a:t>
            </a:r>
            <a:endParaRPr sz="2400" b="0" i="0">
              <a:latin typeface="Courier"/>
            </a:endParaRPr>
          </a:p>
          <a:p>
            <a:pPr>
              <a:lnSpc>
                <a:spcPts val="2400"/>
              </a:lnSpc>
              <a:defRPr>
                <a:solidFill>
                  <a:srgbClr val="FFFFFF"/>
                </a:solidFill>
              </a:defRPr>
            </a:pPr>
            <a:r>
              <a:rPr sz="2400" b="0" i="0">
                <a:latin typeface="Courier"/>
              </a:rPr>
              <a:t>* DEVICE MODELS</a:t>
            </a:r>
            <a:endParaRPr sz="2400" b="0" i="0">
              <a:latin typeface="Courier"/>
            </a:endParaRPr>
          </a:p>
          <a:p>
            <a:pPr>
              <a:lnSpc>
                <a:spcPts val="2400"/>
              </a:lnSpc>
              <a:defRPr>
                <a:solidFill>
                  <a:srgbClr val="FFFFFF"/>
                </a:solidFill>
              </a:defRPr>
            </a:pPr>
            <a:r>
              <a:rPr sz="2400" b="0" i="0">
                <a:latin typeface="Courier"/>
              </a:rPr>
              <a:t>.model QNPN NPN(BF=50)</a:t>
            </a:r>
            <a:endParaRPr sz="2400" b="0" i="0">
              <a:latin typeface="Courier"/>
            </a:endParaRPr>
          </a:p>
          <a:p>
            <a:pPr>
              <a:lnSpc>
                <a:spcPts val="2400"/>
              </a:lnSpc>
              <a:defRPr>
                <a:solidFill>
                  <a:srgbClr val="FFFFFF"/>
                </a:solidFill>
              </a:defRPr>
            </a:pPr>
            <a:r>
              <a:rPr sz="2400" b="0" i="0">
                <a:latin typeface="Courier"/>
              </a:rPr>
              <a:t>.model QPNP PNP(BF=50)</a:t>
            </a:r>
            <a:endParaRPr sz="2400" b="0" i="0">
              <a:latin typeface="Courier"/>
            </a:endParaRPr>
          </a:p>
        </p:txBody>
      </p:sp>
      <p:sp>
        <p:nvSpPr>
          <p:cNvPr id="3" name="Title 2"/>
          <p:cNvSpPr>
            <a:spLocks noGrp="1"/>
          </p:cNvSpPr>
          <p:nvPr>
            <p:ph type="title"/>
          </p:nvPr>
        </p:nvSpPr>
        <p:spPr/>
        <p:txBody>
          <a:bodyPr wrap="square">
            <a:noAutofit/>
          </a:bodyPr>
          <a:lstStyle/>
          <a:p>
            <a:r>
              <a:rPr sz="3200" b="1" i="0">
                <a:latin typeface="Arial"/>
              </a:rPr>
              <a:t>SPICE code: 1V input swing</a:t>
            </a:r>
            <a:endParaRPr sz="3200" b="1" i="0">
              <a:latin typeface="Arial"/>
            </a:endParaRP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wrap="square">
            <a:noAutofit/>
          </a:bodyPr>
          <a:lstStyle/>
          <a:p>
            <a:pPr>
              <a:lnSpc>
                <a:spcPts val="2400"/>
              </a:lnSpc>
              <a:defRPr>
                <a:solidFill>
                  <a:srgbClr val="FFFFFF"/>
                </a:solidFill>
              </a:defRPr>
            </a:pPr>
            <a:r>
              <a:rPr sz="2400" b="0" i="0">
                <a:latin typeface="Courier"/>
              </a:rPr>
              <a:t>.model DNOM D()</a:t>
            </a:r>
            <a:endParaRPr sz="2400" b="0" i="0">
              <a:latin typeface="Courier"/>
            </a:endParaRPr>
          </a:p>
        </p:txBody>
      </p:sp>
      <p:sp>
        <p:nvSpPr>
          <p:cNvPr id="3" name="Title 2"/>
          <p:cNvSpPr>
            <a:spLocks noGrp="1"/>
          </p:cNvSpPr>
          <p:nvPr>
            <p:ph type="title"/>
          </p:nvPr>
        </p:nvSpPr>
        <p:spPr/>
        <p:txBody>
          <a:bodyPr wrap="square">
            <a:noAutofit/>
          </a:bodyPr>
          <a:lstStyle/>
          <a:p>
            <a:r>
              <a:rPr sz="3200" b="1" i="0">
                <a:latin typeface="Arial"/>
              </a:rPr>
              <a:t>SPICE code: 1V input swing</a:t>
            </a:r>
            <a:endParaRPr sz="3200" b="1" i="0">
              <a:latin typeface="Arial"/>
            </a:endParaRP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Ideale OpAmp</a:t>
            </a:r>
            <a:endParaRPr sz="3200" b="1" i="0">
              <a:latin typeface="Arial"/>
            </a:endParaRPr>
          </a:p>
        </p:txBody>
      </p:sp>
      <p:pic>
        <p:nvPicPr>
          <p:cNvPr id="4" name="Picture 3" descr="image.png"/>
          <p:cNvPicPr>
            <a:picLocks noChangeAspect="1"/>
          </p:cNvPicPr>
          <p:nvPr/>
        </p:nvPicPr>
        <p:blipFill>
          <a:blip r:embed="rId2"/>
          <a:stretch>
            <a:fillRect/>
          </a:stretch>
        </p:blipFill>
        <p:spPr>
          <a:xfrm>
            <a:off x="2543523" y="539496"/>
            <a:ext cx="7104954" cy="5669280"/>
          </a:xfrm>
          <a:prstGeom prst="rect">
            <a:avLst/>
          </a:prstGeom>
        </p:spPr>
      </p:pic>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Realistische OpAmp: LMV981-N</a:t>
            </a:r>
            <a:endParaRPr sz="3200" b="1" i="0">
              <a:latin typeface="Arial"/>
            </a:endParaRPr>
          </a:p>
        </p:txBody>
      </p:sp>
      <p:pic>
        <p:nvPicPr>
          <p:cNvPr id="4" name="Picture 3" descr="image.png"/>
          <p:cNvPicPr>
            <a:picLocks noChangeAspect="1"/>
          </p:cNvPicPr>
          <p:nvPr/>
        </p:nvPicPr>
        <p:blipFill>
          <a:blip r:embed="rId2"/>
          <a:stretch>
            <a:fillRect/>
          </a:stretch>
        </p:blipFill>
        <p:spPr>
          <a:xfrm>
            <a:off x="2543523" y="539496"/>
            <a:ext cx="7104954" cy="5669280"/>
          </a:xfrm>
          <a:prstGeom prst="rect">
            <a:avLst/>
          </a:prstGeom>
        </p:spPr>
      </p:pic>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Autofit/>
          </a:bodyPr>
          <a:lstStyle/>
          <a:p>
            <a:r>
              <a:rPr sz="3200" b="1" i="0">
                <a:latin typeface="Arial"/>
              </a:rPr>
              <a:t>Nodige Voedingsspanning</a:t>
            </a:r>
            <a:endParaRPr sz="3200" b="1" i="0">
              <a:latin typeface="Arial"/>
            </a:endParaRP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Nodige voedingsspanning  klasse B</a:t>
            </a:r>
            <a:endParaRPr sz="3200" b="1" i="0">
              <a:latin typeface="Arial"/>
            </a:endParaRPr>
          </a:p>
        </p:txBody>
      </p:sp>
      <p:pic>
        <p:nvPicPr>
          <p:cNvPr id="4" name="Picture 3" descr="image.png"/>
          <p:cNvPicPr>
            <a:picLocks noChangeAspect="1"/>
          </p:cNvPicPr>
          <p:nvPr/>
        </p:nvPicPr>
        <p:blipFill>
          <a:blip r:embed="rId2"/>
          <a:stretch>
            <a:fillRect/>
          </a:stretch>
        </p:blipFill>
        <p:spPr>
          <a:xfrm>
            <a:off x="1456768" y="539496"/>
            <a:ext cx="9278464" cy="5669280"/>
          </a:xfrm>
          <a:prstGeom prst="rect">
            <a:avLst/>
          </a:prstGeom>
        </p:spPr>
      </p:pic>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Nodige voedingsspanning</a:t>
            </a:r>
            <a:endParaRPr sz="3200" b="1" i="0">
              <a:latin typeface="Arial"/>
            </a:endParaRPr>
          </a:p>
        </p:txBody>
      </p:sp>
      <p:pic>
        <p:nvPicPr>
          <p:cNvPr id="4" name="Picture 3" descr="image.png"/>
          <p:cNvPicPr>
            <a:picLocks noChangeAspect="1"/>
          </p:cNvPicPr>
          <p:nvPr/>
        </p:nvPicPr>
        <p:blipFill>
          <a:blip r:embed="rId2"/>
          <a:stretch>
            <a:fillRect/>
          </a:stretch>
        </p:blipFill>
        <p:spPr>
          <a:xfrm>
            <a:off x="1414138" y="539496"/>
            <a:ext cx="9363724" cy="5669280"/>
          </a:xfrm>
          <a:prstGeom prst="rect">
            <a:avLst/>
          </a:prstGeom>
        </p:spPr>
      </p:pic>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Autofit/>
          </a:bodyPr>
          <a:lstStyle/>
          <a:p>
            <a:r>
              <a:rPr sz="3200" b="1" i="0">
                <a:latin typeface="Arial"/>
              </a:rPr>
              <a:t>Beveiliging van de Klasse B vermogentransistors</a:t>
            </a:r>
            <a:endParaRPr sz="3200" b="1" i="0">
              <a:latin typeface="Arial"/>
            </a:endParaRP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Beveiliging tegen kortsluiting-overbelasting</a:t>
            </a:r>
            <a:endParaRPr sz="3200" b="1" i="0">
              <a:latin typeface="Arial"/>
            </a:endParaRPr>
          </a:p>
        </p:txBody>
      </p:sp>
      <p:pic>
        <p:nvPicPr>
          <p:cNvPr id="4" name="Picture 3" descr="image.png"/>
          <p:cNvPicPr>
            <a:picLocks noChangeAspect="1"/>
          </p:cNvPicPr>
          <p:nvPr/>
        </p:nvPicPr>
        <p:blipFill>
          <a:blip r:embed="rId2"/>
          <a:stretch>
            <a:fillRect/>
          </a:stretch>
        </p:blipFill>
        <p:spPr>
          <a:xfrm>
            <a:off x="1399247" y="539496"/>
            <a:ext cx="9393506" cy="5669280"/>
          </a:xfrm>
          <a:prstGeom prst="rect">
            <a:avLst/>
          </a:prstGeom>
        </p:spPr>
      </p:pic>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Stroombeveiliging van een bipolaire transistors</a:t>
            </a:r>
            <a:endParaRPr sz="3200" b="1" i="0">
              <a:latin typeface="Arial"/>
            </a:endParaRPr>
          </a:p>
        </p:txBody>
      </p:sp>
      <p:pic>
        <p:nvPicPr>
          <p:cNvPr id="4" name="Picture 3" descr="image.png"/>
          <p:cNvPicPr>
            <a:picLocks noChangeAspect="1"/>
          </p:cNvPicPr>
          <p:nvPr/>
        </p:nvPicPr>
        <p:blipFill>
          <a:blip r:embed="rId2"/>
          <a:stretch>
            <a:fillRect/>
          </a:stretch>
        </p:blipFill>
        <p:spPr>
          <a:xfrm>
            <a:off x="1971666" y="539496"/>
            <a:ext cx="8248668" cy="5669280"/>
          </a:xfrm>
          <a:prstGeom prst="rect">
            <a:avLst/>
          </a:prstGeom>
        </p:spPr>
      </p:pic>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Stroombegrenzing</a:t>
            </a:r>
            <a:endParaRPr sz="3200" b="1" i="0">
              <a:latin typeface="Arial"/>
            </a:endParaRPr>
          </a:p>
        </p:txBody>
      </p:sp>
      <p:pic>
        <p:nvPicPr>
          <p:cNvPr id="4" name="Picture 3" descr="image.png"/>
          <p:cNvPicPr>
            <a:picLocks noChangeAspect="1"/>
          </p:cNvPicPr>
          <p:nvPr/>
        </p:nvPicPr>
        <p:blipFill>
          <a:blip r:embed="rId2"/>
          <a:stretch>
            <a:fillRect/>
          </a:stretch>
        </p:blipFill>
        <p:spPr>
          <a:xfrm>
            <a:off x="2119388" y="539496"/>
            <a:ext cx="7953223" cy="5669280"/>
          </a:xfrm>
          <a:prstGeom prst="rect">
            <a:avLst/>
          </a:prstGeom>
        </p:spPr>
      </p:pic>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Stroombegrenzing</a:t>
            </a:r>
            <a:endParaRPr sz="3200" b="1" i="0">
              <a:latin typeface="Arial"/>
            </a:endParaRPr>
          </a:p>
        </p:txBody>
      </p:sp>
      <p:pic>
        <p:nvPicPr>
          <p:cNvPr id="4" name="Picture 3" descr="image.png"/>
          <p:cNvPicPr>
            <a:picLocks noChangeAspect="1"/>
          </p:cNvPicPr>
          <p:nvPr/>
        </p:nvPicPr>
        <p:blipFill>
          <a:blip r:embed="rId2"/>
          <a:stretch>
            <a:fillRect/>
          </a:stretch>
        </p:blipFill>
        <p:spPr>
          <a:xfrm>
            <a:off x="2775945" y="539496"/>
            <a:ext cx="6640110" cy="5669280"/>
          </a:xfrm>
          <a:prstGeom prst="rect">
            <a:avLst/>
          </a:prstGeom>
        </p:spPr>
      </p:pic>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Stroom meting in de load</a:t>
            </a:r>
            <a:endParaRPr sz="3200" b="1" i="0">
              <a:latin typeface="Arial"/>
            </a:endParaRPr>
          </a:p>
        </p:txBody>
      </p:sp>
      <p:pic>
        <p:nvPicPr>
          <p:cNvPr id="4" name="Picture 3" descr="image.png"/>
          <p:cNvPicPr>
            <a:picLocks noChangeAspect="1"/>
          </p:cNvPicPr>
          <p:nvPr/>
        </p:nvPicPr>
        <p:blipFill>
          <a:blip r:embed="rId2"/>
          <a:stretch>
            <a:fillRect/>
          </a:stretch>
        </p:blipFill>
        <p:spPr>
          <a:xfrm>
            <a:off x="3315977" y="539496"/>
            <a:ext cx="5560045" cy="5669280"/>
          </a:xfrm>
          <a:prstGeom prst="rect">
            <a:avLst/>
          </a:prstGeom>
        </p:spPr>
      </p:pic>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Beveiliging van een bipolaire transistors</a:t>
            </a:r>
            <a:endParaRPr sz="3200" b="1" i="0">
              <a:latin typeface="Arial"/>
            </a:endParaRPr>
          </a:p>
        </p:txBody>
      </p:sp>
      <p:pic>
        <p:nvPicPr>
          <p:cNvPr id="4" name="Picture 3" descr="image.png"/>
          <p:cNvPicPr>
            <a:picLocks noChangeAspect="1"/>
          </p:cNvPicPr>
          <p:nvPr/>
        </p:nvPicPr>
        <p:blipFill>
          <a:blip r:embed="rId2"/>
          <a:stretch>
            <a:fillRect/>
          </a:stretch>
        </p:blipFill>
        <p:spPr>
          <a:xfrm>
            <a:off x="2293672" y="539496"/>
            <a:ext cx="7604655" cy="5669280"/>
          </a:xfrm>
          <a:prstGeom prst="rect">
            <a:avLst/>
          </a:prstGeom>
        </p:spPr>
      </p:pic>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Overspanningsbegrenzing</a:t>
            </a:r>
            <a:endParaRPr sz="3200" b="1" i="0">
              <a:latin typeface="Arial"/>
            </a:endParaRPr>
          </a:p>
        </p:txBody>
      </p:sp>
      <p:pic>
        <p:nvPicPr>
          <p:cNvPr id="4" name="Picture 3" descr="image.png"/>
          <p:cNvPicPr>
            <a:picLocks noChangeAspect="1"/>
          </p:cNvPicPr>
          <p:nvPr/>
        </p:nvPicPr>
        <p:blipFill>
          <a:blip r:embed="rId2"/>
          <a:stretch>
            <a:fillRect/>
          </a:stretch>
        </p:blipFill>
        <p:spPr>
          <a:xfrm>
            <a:off x="2047822" y="539496"/>
            <a:ext cx="8096355" cy="5669280"/>
          </a:xfrm>
          <a:prstGeom prst="rect">
            <a:avLst/>
          </a:prstGeom>
        </p:spPr>
      </p:pic>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Beveiliging van een bipolaire transistors</a:t>
            </a:r>
            <a:endParaRPr sz="3200" b="1" i="0">
              <a:latin typeface="Arial"/>
            </a:endParaRPr>
          </a:p>
        </p:txBody>
      </p:sp>
      <p:pic>
        <p:nvPicPr>
          <p:cNvPr id="4" name="Picture 3" descr="image.png"/>
          <p:cNvPicPr>
            <a:picLocks noChangeAspect="1"/>
          </p:cNvPicPr>
          <p:nvPr/>
        </p:nvPicPr>
        <p:blipFill>
          <a:blip r:embed="rId2"/>
          <a:stretch>
            <a:fillRect/>
          </a:stretch>
        </p:blipFill>
        <p:spPr>
          <a:xfrm>
            <a:off x="3107721" y="539496"/>
            <a:ext cx="5976558" cy="5669280"/>
          </a:xfrm>
          <a:prstGeom prst="rect">
            <a:avLst/>
          </a:prstGeom>
        </p:spPr>
      </p:pic>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Beveiliging tegen kortsluiting-overbelasting</a:t>
            </a:r>
            <a:endParaRPr sz="3200" b="1" i="0">
              <a:latin typeface="Arial"/>
            </a:endParaRPr>
          </a:p>
        </p:txBody>
      </p:sp>
      <p:pic>
        <p:nvPicPr>
          <p:cNvPr id="4" name="Picture 3" descr="image.png"/>
          <p:cNvPicPr>
            <a:picLocks noChangeAspect="1"/>
          </p:cNvPicPr>
          <p:nvPr/>
        </p:nvPicPr>
        <p:blipFill>
          <a:blip r:embed="rId2"/>
          <a:stretch>
            <a:fillRect/>
          </a:stretch>
        </p:blipFill>
        <p:spPr>
          <a:xfrm>
            <a:off x="1336307" y="539496"/>
            <a:ext cx="9519385" cy="5669280"/>
          </a:xfrm>
          <a:prstGeom prst="rect">
            <a:avLst/>
          </a:prstGeom>
        </p:spPr>
      </p:pic>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Begrenzing spanning, stroom en vermogen</a:t>
            </a:r>
            <a:endParaRPr sz="3200" b="1" i="0">
              <a:latin typeface="Arial"/>
            </a:endParaRPr>
          </a:p>
        </p:txBody>
      </p:sp>
      <p:pic>
        <p:nvPicPr>
          <p:cNvPr id="4" name="Picture 3" descr="image.png"/>
          <p:cNvPicPr>
            <a:picLocks noChangeAspect="1"/>
          </p:cNvPicPr>
          <p:nvPr/>
        </p:nvPicPr>
        <p:blipFill>
          <a:blip r:embed="rId2"/>
          <a:stretch>
            <a:fillRect/>
          </a:stretch>
        </p:blipFill>
        <p:spPr>
          <a:xfrm>
            <a:off x="2047822" y="539496"/>
            <a:ext cx="8096355" cy="5669280"/>
          </a:xfrm>
          <a:prstGeom prst="rect">
            <a:avLst/>
          </a:prstGeom>
        </p:spPr>
      </p:pic>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Globaal schema</a:t>
            </a:r>
            <a:endParaRPr sz="3200" b="1" i="0">
              <a:latin typeface="Arial"/>
            </a:endParaRPr>
          </a:p>
        </p:txBody>
      </p:sp>
      <p:pic>
        <p:nvPicPr>
          <p:cNvPr id="4" name="Picture 3" descr="image.png"/>
          <p:cNvPicPr>
            <a:picLocks noChangeAspect="1"/>
          </p:cNvPicPr>
          <p:nvPr/>
        </p:nvPicPr>
        <p:blipFill>
          <a:blip r:embed="rId2"/>
          <a:stretch>
            <a:fillRect/>
          </a:stretch>
        </p:blipFill>
        <p:spPr>
          <a:xfrm>
            <a:off x="1394956" y="539496"/>
            <a:ext cx="9402087" cy="5669280"/>
          </a:xfrm>
          <a:prstGeom prst="rect">
            <a:avLst/>
          </a:prstGeom>
        </p:spPr>
      </p:pic>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Autofit/>
          </a:bodyPr>
          <a:lstStyle/>
          <a:p>
            <a:r>
              <a:rPr sz="3200" b="1" i="0">
                <a:latin typeface="Arial"/>
              </a:rPr>
              <a:t>Filtering aan de ingang</a:t>
            </a:r>
            <a:endParaRPr sz="3200" b="1" i="0">
              <a:latin typeface="Arial"/>
            </a:endParaRP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Hoogdoorlaatfilter aan de ingang</a:t>
            </a:r>
            <a:endParaRPr sz="3200" b="1" i="0">
              <a:latin typeface="Arial"/>
            </a:endParaRPr>
          </a:p>
        </p:txBody>
      </p:sp>
      <p:pic>
        <p:nvPicPr>
          <p:cNvPr id="4" name="Picture 3" descr="image.png"/>
          <p:cNvPicPr>
            <a:picLocks noChangeAspect="1"/>
          </p:cNvPicPr>
          <p:nvPr/>
        </p:nvPicPr>
        <p:blipFill>
          <a:blip r:embed="rId2"/>
          <a:stretch>
            <a:fillRect/>
          </a:stretch>
        </p:blipFill>
        <p:spPr>
          <a:xfrm>
            <a:off x="2595617" y="539496"/>
            <a:ext cx="7000765" cy="5669280"/>
          </a:xfrm>
          <a:prstGeom prst="rect">
            <a:avLst/>
          </a:prstGeom>
        </p:spPr>
      </p:pic>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Laagdoorlaatfilter aan ingang</a:t>
            </a:r>
            <a:endParaRPr sz="3200" b="1" i="0">
              <a:latin typeface="Arial"/>
            </a:endParaRPr>
          </a:p>
        </p:txBody>
      </p:sp>
      <p:pic>
        <p:nvPicPr>
          <p:cNvPr id="4" name="Picture 3" descr="image.png"/>
          <p:cNvPicPr>
            <a:picLocks noChangeAspect="1"/>
          </p:cNvPicPr>
          <p:nvPr/>
        </p:nvPicPr>
        <p:blipFill>
          <a:blip r:embed="rId2"/>
          <a:stretch>
            <a:fillRect/>
          </a:stretch>
        </p:blipFill>
        <p:spPr>
          <a:xfrm>
            <a:off x="2595617" y="539496"/>
            <a:ext cx="7000765" cy="5669280"/>
          </a:xfrm>
          <a:prstGeom prst="rect">
            <a:avLst/>
          </a:prstGeom>
        </p:spPr>
      </p:pic>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Banddoorlaat filter aan de ingang</a:t>
            </a:r>
            <a:endParaRPr sz="3200" b="1" i="0">
              <a:latin typeface="Arial"/>
            </a:endParaRPr>
          </a:p>
        </p:txBody>
      </p:sp>
      <p:pic>
        <p:nvPicPr>
          <p:cNvPr id="4" name="Picture 3" descr="image.png"/>
          <p:cNvPicPr>
            <a:picLocks noChangeAspect="1"/>
          </p:cNvPicPr>
          <p:nvPr/>
        </p:nvPicPr>
        <p:blipFill>
          <a:blip r:embed="rId2"/>
          <a:stretch>
            <a:fillRect/>
          </a:stretch>
        </p:blipFill>
        <p:spPr>
          <a:xfrm>
            <a:off x="1904752" y="539496"/>
            <a:ext cx="8382495" cy="5669280"/>
          </a:xfrm>
          <a:prstGeom prst="rect">
            <a:avLst/>
          </a:prstGeom>
        </p:spPr>
      </p:pic>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Details banddoorlaatfilter</a:t>
            </a:r>
            <a:endParaRPr sz="3200" b="1" i="0">
              <a:latin typeface="Arial"/>
            </a:endParaRPr>
          </a:p>
        </p:txBody>
      </p:sp>
      <p:pic>
        <p:nvPicPr>
          <p:cNvPr id="4" name="Picture 3" descr="image.png"/>
          <p:cNvPicPr>
            <a:picLocks noChangeAspect="1"/>
          </p:cNvPicPr>
          <p:nvPr/>
        </p:nvPicPr>
        <p:blipFill>
          <a:blip r:embed="rId2"/>
          <a:stretch>
            <a:fillRect/>
          </a:stretch>
        </p:blipFill>
        <p:spPr>
          <a:xfrm>
            <a:off x="1188976" y="539496"/>
            <a:ext cx="9814048" cy="5669280"/>
          </a:xfrm>
          <a:prstGeom prst="rect">
            <a:avLst/>
          </a:prstGeom>
        </p:spPr>
      </p:pic>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KULeuvenThema600jaar">
  <a:themeElements>
    <a:clrScheme name="KU Leuven 600-jaar">
      <a:dk1>
        <a:srgbClr val="001D41"/>
      </a:dk1>
      <a:lt1>
        <a:sysClr val="window" lastClr="FFFFFF"/>
      </a:lt1>
      <a:dk2>
        <a:srgbClr val="2F4D5D"/>
      </a:dk2>
      <a:lt2>
        <a:srgbClr val="CCD9E5"/>
      </a:lt2>
      <a:accent1>
        <a:srgbClr val="2F4D5D"/>
      </a:accent1>
      <a:accent2>
        <a:srgbClr val="1D8DB0"/>
      </a:accent2>
      <a:accent3>
        <a:srgbClr val="52BDEC"/>
      </a:accent3>
      <a:accent4>
        <a:srgbClr val="87C0BD"/>
      </a:accent4>
      <a:accent5>
        <a:srgbClr val="D4776E"/>
      </a:accent5>
      <a:accent6>
        <a:srgbClr val="E4DA3E"/>
      </a:accent6>
      <a:hlink>
        <a:srgbClr val="001D41"/>
      </a:hlink>
      <a:folHlink>
        <a:srgbClr val="52BDE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81d41a3b-f33d-4db6-b532-757106a7a2ae">
      <Terms xmlns="http://schemas.microsoft.com/office/infopath/2007/PartnerControls"/>
    </lcf76f155ced4ddcb4097134ff3c332f>
    <TaxCatchAll xmlns="bf25a9bf-a811-4965-9d0a-b88059080fed"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B8C495A181F81B4C9DE5AD85CD0F70D4" ma:contentTypeVersion="18" ma:contentTypeDescription="Een nieuw document maken." ma:contentTypeScope="" ma:versionID="6ba28a59cba4a02a693681f32745d77b">
  <xsd:schema xmlns:xsd="http://www.w3.org/2001/XMLSchema" xmlns:xs="http://www.w3.org/2001/XMLSchema" xmlns:p="http://schemas.microsoft.com/office/2006/metadata/properties" xmlns:ns2="81d41a3b-f33d-4db6-b532-757106a7a2ae" xmlns:ns3="bf25a9bf-a811-4965-9d0a-b88059080fed" targetNamespace="http://schemas.microsoft.com/office/2006/metadata/properties" ma:root="true" ma:fieldsID="b996b4a4c0d83f5cfec71b22aba921d2" ns2:_="" ns3:_="">
    <xsd:import namespace="81d41a3b-f33d-4db6-b532-757106a7a2ae"/>
    <xsd:import namespace="bf25a9bf-a811-4965-9d0a-b88059080fed"/>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2:MediaServiceDateTaken" minOccurs="0"/>
                <xsd:element ref="ns2:MediaServiceOCR" minOccurs="0"/>
                <xsd:element ref="ns2:MediaServiceAutoKeyPoints" minOccurs="0"/>
                <xsd:element ref="ns2:MediaServiceKeyPoints"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1d41a3b-f33d-4db6-b532-757106a7a2a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DateTaken" ma:index="13" nillable="true" ma:displayName="MediaServiceDateTaken" ma:hidden="true" ma:internalName="MediaServiceDateTaken"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LengthInSeconds" ma:index="19" nillable="true" ma:displayName="Length (seconds)"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Afbeeldingtags" ma:readOnly="false" ma:fieldId="{5cf76f15-5ced-4ddc-b409-7134ff3c332f}" ma:taxonomyMulti="true" ma:sspId="8b6fc0cd-01fe-45a4-a6f7-42bcc5426b53"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Location" ma:index="25"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f25a9bf-a811-4965-9d0a-b88059080fed" elementFormDefault="qualified">
    <xsd:import namespace="http://schemas.microsoft.com/office/2006/documentManagement/types"/>
    <xsd:import namespace="http://schemas.microsoft.com/office/infopath/2007/PartnerControls"/>
    <xsd:element name="SharedWithUsers" ma:index="17" nillable="true" ma:displayName="Gedeeld met"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Gedeeld met details" ma:internalName="SharedWithDetails" ma:readOnly="true">
      <xsd:simpleType>
        <xsd:restriction base="dms:Note">
          <xsd:maxLength value="255"/>
        </xsd:restriction>
      </xsd:simpleType>
    </xsd:element>
    <xsd:element name="TaxCatchAll" ma:index="22" nillable="true" ma:displayName="Taxonomy Catch All Column" ma:hidden="true" ma:list="{055f8838-efd9-4f0c-8182-7a796d537cb6}" ma:internalName="TaxCatchAll" ma:showField="CatchAllData" ma:web="bf25a9bf-a811-4965-9d0a-b88059080fe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EE9034D-0B43-4AB0-9535-9A62DB37A999}">
  <ds:schemaRefs>
    <ds:schemaRef ds:uri="http://www.w3.org/XML/1998/namespace"/>
    <ds:schemaRef ds:uri="81d41a3b-f33d-4db6-b532-757106a7a2ae"/>
    <ds:schemaRef ds:uri="http://purl.org/dc/dcmitype/"/>
    <ds:schemaRef ds:uri="http://purl.org/dc/elements/1.1/"/>
    <ds:schemaRef ds:uri="http://schemas.microsoft.com/office/2006/documentManagement/types"/>
    <ds:schemaRef ds:uri="bf25a9bf-a811-4965-9d0a-b88059080fed"/>
    <ds:schemaRef ds:uri="http://purl.org/dc/terms/"/>
    <ds:schemaRef ds:uri="http://schemas.microsoft.com/office/infopath/2007/PartnerControls"/>
    <ds:schemaRef ds:uri="http://schemas.openxmlformats.org/package/2006/metadata/core-properties"/>
    <ds:schemaRef ds:uri="http://schemas.microsoft.com/office/2006/metadata/properties"/>
  </ds:schemaRefs>
</ds:datastoreItem>
</file>

<file path=customXml/itemProps2.xml><?xml version="1.0" encoding="utf-8"?>
<ds:datastoreItem xmlns:ds="http://schemas.openxmlformats.org/officeDocument/2006/customXml" ds:itemID="{263A7949-1B93-457F-8888-53CC8A016F77}">
  <ds:schemaRefs>
    <ds:schemaRef ds:uri="http://schemas.microsoft.com/sharepoint/v3/contenttype/forms"/>
  </ds:schemaRefs>
</ds:datastoreItem>
</file>

<file path=customXml/itemProps3.xml><?xml version="1.0" encoding="utf-8"?>
<ds:datastoreItem xmlns:ds="http://schemas.openxmlformats.org/officeDocument/2006/customXml" ds:itemID="{2A270F01-48F1-4A41-8E26-ACAC6689696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1d41a3b-f33d-4db6-b532-757106a7a2ae"/>
    <ds:schemaRef ds:uri="bf25a9bf-a811-4965-9d0a-b88059080fe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261</TotalTime>
  <Words>0</Words>
  <Application>Microsoft Macintosh PowerPoint</Application>
  <PresentationFormat>Widescreen</PresentationFormat>
  <Paragraphs>0</Paragraphs>
  <Slides>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0</vt:i4>
      </vt:variant>
    </vt:vector>
  </HeadingPairs>
  <TitlesOfParts>
    <vt:vector size="3" baseType="lpstr">
      <vt:lpstr>Arial</vt:lpstr>
      <vt:lpstr>Calibri</vt:lpstr>
      <vt:lpstr>KULeuvenThema600jaar</vt:lpstr>
    </vt:vector>
  </TitlesOfParts>
  <Manager/>
  <Company>KULeuven</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PowerPoint-presentatie</dc:title>
  <dc:subject/>
  <dc:creator>jan.genoe@kuleuven.be</dc:creator>
  <cp:keywords/>
  <dc:description/>
  <cp:lastModifiedBy>Jan Genoe</cp:lastModifiedBy>
  <cp:revision>17</cp:revision>
  <dcterms:created xsi:type="dcterms:W3CDTF">2017-06-28T07:18:12Z</dcterms:created>
  <dcterms:modified xsi:type="dcterms:W3CDTF">2025-10-11T17:51:24Z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0x010100B8C495A181F81B4C9DE5AD85CD0F70D4</vt:lpwstr>
  </property>
  <property fmtid="{D5CDD505-2E9C-101B-9397-08002B2CF9AE}" pid="3" name="MediaServiceImageTags">
    <vt:lpwstr/>
  </property>
  <property fmtid="{D5CDD505-2E9C-101B-9397-08002B2CF9AE}" pid="4" name="MSIP_Label_f0eba32c-0974-4663-a3a1-3cd8c30938e9_Enabled">
    <vt:lpwstr>true</vt:lpwstr>
  </property>
  <property fmtid="{D5CDD505-2E9C-101B-9397-08002B2CF9AE}" pid="5" name="MSIP_Label_f0eba32c-0974-4663-a3a1-3cd8c30938e9_SetDate">
    <vt:lpwstr>2025-09-20T11:19:19Z</vt:lpwstr>
  </property>
  <property fmtid="{D5CDD505-2E9C-101B-9397-08002B2CF9AE}" pid="6" name="MSIP_Label_f0eba32c-0974-4663-a3a1-3cd8c30938e9_Method">
    <vt:lpwstr>Privileged</vt:lpwstr>
  </property>
  <property fmtid="{D5CDD505-2E9C-101B-9397-08002B2CF9AE}" pid="7" name="MSIP_Label_f0eba32c-0974-4663-a3a1-3cd8c30938e9_Name">
    <vt:lpwstr>Public - General - Unmarked</vt:lpwstr>
  </property>
  <property fmtid="{D5CDD505-2E9C-101B-9397-08002B2CF9AE}" pid="8" name="MSIP_Label_f0eba32c-0974-4663-a3a1-3cd8c30938e9_SiteId">
    <vt:lpwstr>a72d5a72-25ee-40f0-9bd1-067cb5b770d4</vt:lpwstr>
  </property>
  <property fmtid="{D5CDD505-2E9C-101B-9397-08002B2CF9AE}" pid="9" name="MSIP_Label_f0eba32c-0974-4663-a3a1-3cd8c30938e9_ActionId">
    <vt:lpwstr>9a0ea56e-4970-4b94-8005-5d7be7d11852</vt:lpwstr>
  </property>
  <property fmtid="{D5CDD505-2E9C-101B-9397-08002B2CF9AE}" pid="10" name="MSIP_Label_f0eba32c-0974-4663-a3a1-3cd8c30938e9_ContentBits">
    <vt:lpwstr>0</vt:lpwstr>
  </property>
  <property fmtid="{D5CDD505-2E9C-101B-9397-08002B2CF9AE}" pid="11" name="MSIP_Label_f0eba32c-0974-4663-a3a1-3cd8c30938e9_Tag">
    <vt:lpwstr>10, 0, 1, 1</vt:lpwstr>
  </property>
</Properties>
</file>