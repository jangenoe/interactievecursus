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Klasse B versterker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Voorbeeld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Oktober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67" y="539496"/>
            <a:ext cx="1016526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Interne structuur van de versterkerchip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34" y="539496"/>
            <a:ext cx="80201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Foto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714" y="539496"/>
            <a:ext cx="592657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Layout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432" y="539496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Bestukking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432" y="539496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