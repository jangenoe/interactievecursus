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Klasse B versterker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Voorbeeld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Oktober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Basisschema van de 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367" y="539496"/>
            <a:ext cx="1016526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Interne structuur van de versterkerchip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5934" y="539496"/>
            <a:ext cx="802013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Foto van de 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714" y="539496"/>
            <a:ext cx="592657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Layout van de 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432" y="539496"/>
            <a:ext cx="680313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Bestukking van de 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432" y="539496"/>
            <a:ext cx="680313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