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Klasse B versterker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Voorbeeld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Oktober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Basisschema van de 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7891" y="539496"/>
            <a:ext cx="697621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Interne structuur van de versterkerchip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2088" y="539496"/>
            <a:ext cx="782782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Foto van de 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7614" y="539496"/>
            <a:ext cx="573677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Layout van de 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25" y="539496"/>
            <a:ext cx="1101954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Bestukking van de 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25" y="539496"/>
            <a:ext cx="1101954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