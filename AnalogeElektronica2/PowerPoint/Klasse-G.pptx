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Soms noemen we deze versterker ook wel een Klasse D voor Audio [1]. Klasse D versterkers zijn eigenlijk hoogfrequent versterkers, en hier wordt ook aan hoge frequentie versterkt, en daarna alleen de laagfrequent componente overgehouden.</a:t>
            </a:r>
          </a:p>
          <a:p>
            <a:r>
              <a:t>[1] X. Jiang, “Fundamentals of Audio Class D Amplifier Design: A Review of Schemes and Architectures,” IEEE Solid-State Circuits Magazine, vol. , no. , pp. –, Summer 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 grafiek van de klasse B versterker beschouwen we een klasse B versterker met slechts 1 voedingsspanning. Wanneer we een klasse B versterker beschouwen uitgevoerd met een voeding + $V_{DD}$ en –$V_{DD}$, bereikt de maximale spanning over de transistor de waarde  2$V_{DD}$.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$V_{DD1}$ is hier het spanningsverschil tussen de + en de – klem van de voedingen gebruikt voor kleine signalen en $V_{DD2}$ is het spanningsverschil tussen de + en de – klem van de voedingen gebruikt voor grote signalen.</a:t>
            </a:r>
          </a:p>
          <a:p>
            <a:r>
              <a:t>De binnenste transistors krijgen de hoogste spanningen te verwerken, maar dit nooit onder grote stroom. Als er een grote stroom loopt is de spanning over deze transistors nul.</a:t>
            </a:r>
          </a:p>
          <a:p>
            <a:r>
              <a:t>De buitenste transitors geleiden wel een grote stroom onder spanning, maar de spanning over deze transistors is echter steeds beperkt.</a:t>
            </a:r>
          </a:p>
          <a:p>
            <a:r>
              <a:t>Met deze verschillen wordt best rekening gehouden bij de keuze van de transistors. Het ligt voor de hand een ander type transistor te gebruiken voor beide gevallen.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Klasse G versterkers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Laagfrequent versterkers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met 4 vermogentransistor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Maart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Continu veranderende voeding</a:t>
            </a:r>
          </a:p>
          <a:p>
            <a:pPr lvl="2"/>
            <a:r>
              <a:t>Voeding aanpassen aan de amplitude van het signaal</a:t>
            </a:r>
          </a:p>
          <a:p>
            <a:pPr lvl="2"/>
            <a:r>
              <a:t>Voeding moet tijd krijgen om zich aan te passen</a:t>
            </a:r>
          </a:p>
          <a:p>
            <a:pPr lvl="3"/>
            <a:r>
              <a:t>vertragingslijn</a:t>
            </a:r>
          </a:p>
          <a:p>
            <a:pPr lvl="3"/>
            <a:r>
              <a:t>voorspellingsnetwerk</a:t>
            </a:r>
          </a:p>
          <a:p>
            <a:pPr lvl="1"/>
            <a:r>
              <a:t>Stapsgewijs veranderende voeding (Klasse G)</a:t>
            </a:r>
          </a:p>
          <a:p>
            <a:pPr lvl="2"/>
            <a:r>
              <a:t>2 of meer voedingspanningen zijn beschikbaar</a:t>
            </a:r>
          </a:p>
          <a:p>
            <a:pPr lvl="2"/>
            <a:r>
              <a:t>signaalamplitude bepaalt de keuze van de voeding</a:t>
            </a:r>
          </a:p>
          <a:p>
            <a:pPr lvl="1"/>
            <a:r>
              <a:t>Hoogfrequent schakelen met laagdoorlaatfilter (Klasse S)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Spaarschakelingen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Basisschema Klasse G 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21" y="539496"/>
            <a:ext cx="514355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Basisschema van de klasse G 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811" y="539496"/>
            <a:ext cx="615237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Klasse G: rendement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640" y="539496"/>
            <a:ext cx="96867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Klasse G versterker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 SUPPLY VOLTAGES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VPOS1 8 0 DC	+70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VNEG1 6 0 DC	-70V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VPOS2 5 0 DC	+20V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VNEG2 4 0 DC	-20V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  input source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VS1 1 0	DC 0 SIN(0V 48VPEAK 10KHZ)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code basis Klasse G circuit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  PUSH-PULL TRANSISTOR OUTPUT STAGE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Q1h 8 1 9 QNPN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Q1s 9 12 2 QNPN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Q2s 7 13 2 QPNP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Q2h 6 1 7 QPNP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Dpos 5 9 DNOM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Dneg 7 4 DNOM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*compensatie Vsat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Db1 1 12 DNOM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code basis Klasse G circuit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Db4 13 1 DNOM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 Load resistance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RL1 2 0	8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 DEVICE MODELS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QNPN NPN(BF=50)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QPNP PNP(BF=50)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DNOM D()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code basis Klasse G circuit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Stromen en Spanningen als functie van de tijd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686" y="539496"/>
            <a:ext cx="723062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Stromen als functie van de spanning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452" y="539496"/>
            <a:ext cx="69550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Klasse S principeschema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667" y="539496"/>
            <a:ext cx="930466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Klasse S: vereisten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138" y="539496"/>
            <a:ext cx="949572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Aansturing Klasse S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06" y="539496"/>
            <a:ext cx="1036698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Stromen door en spanningen over de transistor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857" y="539496"/>
            <a:ext cx="931428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Stromen door en spanningen over de transistor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612" y="539496"/>
            <a:ext cx="948077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Stromen door en spanningen over de transistor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500" y="539496"/>
            <a:ext cx="99570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