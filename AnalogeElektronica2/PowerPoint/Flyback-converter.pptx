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Flyback Converter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Schakelende voeding aan de hand van een transformator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Februari 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99" y="539496"/>
            <a:ext cx="952820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