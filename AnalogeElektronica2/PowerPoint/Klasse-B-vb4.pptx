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Klasse B versterkers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Voorbeeld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Juni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Klasse AB versterker met MOS transistors 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6928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Transfer curve en stroom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152" y="539496"/>
            <a:ext cx="593769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Detail transfer curve en stroom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4951" y="539496"/>
            <a:ext cx="596209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