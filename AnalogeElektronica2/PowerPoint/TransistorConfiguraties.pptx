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Transistor Configuraties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Tweepoort configuratie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3-terminal configuratie: spanningen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24" y="539496"/>
            <a:ext cx="1183815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3-terminal configuratie: stromen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0574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3-terminal configuratie: transconductantie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24" y="539496"/>
            <a:ext cx="1183815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2 terminal configuratie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3574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MOS transistor configuraties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De MOS transistor geschakeld als diode</a:t>
            </a:r>
          </a:p>
          <a:p>
            <a:pPr lvl="1"/>
            <a:r>
              <a:t>De MOS transistor geschakeld als actieve belasting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100" b="1" i="0">
                <a:latin typeface="Arial"/>
              </a:rPr>
              <a:t>De MOS transistor geschakeld als 2-terminal component</a:t>
            </a:r>
            <a:endParaRPr sz="3100" b="1" i="0"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nMOS transistor als diode geschakeld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35" y="539496"/>
            <a:ext cx="1177773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nMOS transistor Stroomspiegel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1376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en nMOS transistor als diode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994" y="539496"/>
            <a:ext cx="809001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en nMOS stroomspiegels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795" y="539496"/>
            <a:ext cx="925040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als actieve belasting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1338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als actieve belasting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11338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gemeenschappelijke source</a:t>
            </a:r>
          </a:p>
          <a:p>
            <a:pPr lvl="2"/>
            <a:r>
              <a:t>de ingang is dan verbonden met de gate (=spanningsbron )</a:t>
            </a:r>
          </a:p>
          <a:p>
            <a:pPr lvl="2"/>
            <a:r>
              <a:t>de uitgang is dan verbonden met de drain</a:t>
            </a:r>
          </a:p>
          <a:p>
            <a:pPr lvl="2"/>
            <a:r>
              <a:t>deze transistor werkt als een spanningsversterker (amplifier)</a:t>
            </a:r>
          </a:p>
          <a:p>
            <a:pPr lvl="1"/>
            <a:r>
              <a:t>gemeenschappelijke  drain</a:t>
            </a:r>
          </a:p>
          <a:p>
            <a:pPr lvl="2"/>
            <a:r>
              <a:t>de ingang is dan verbonden met de gate (=spanningsbron)</a:t>
            </a:r>
          </a:p>
          <a:p>
            <a:pPr lvl="2"/>
            <a:r>
              <a:t>de uitgang is dan verbonden met de source</a:t>
            </a:r>
          </a:p>
          <a:p>
            <a:pPr lvl="2"/>
            <a:r>
              <a:t>de spanning aan de source volgt de spanning aan de ingang (source follower)</a:t>
            </a:r>
          </a:p>
          <a:p>
            <a:pPr lvl="1"/>
            <a:r>
              <a:t>gemeenschappelijke gate</a:t>
            </a:r>
          </a:p>
          <a:p>
            <a:pPr lvl="2"/>
            <a:r>
              <a:t>de ingang is dan verbonden met de source (stroombron)</a:t>
            </a:r>
          </a:p>
          <a:p>
            <a:pPr lvl="2"/>
            <a:r>
              <a:t>de uitgang is dan verbonden met de drain</a:t>
            </a:r>
          </a:p>
          <a:p>
            <a:pPr lvl="2"/>
            <a:r>
              <a:t>de spanning aan de drain wordt bepaald door de stroom aan drain (cascode trap)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100" b="1" i="0">
                <a:latin typeface="Arial"/>
              </a:rPr>
              <a:t>De MOS transistor geschakeld als 3-terminal component</a:t>
            </a:r>
            <a:endParaRPr sz="3100" b="1" i="0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Gemeenschappelijke Source Schakeling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61" y="539496"/>
            <a:ext cx="1186187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Gemeenschappelijke Source Schakeling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61" y="539496"/>
            <a:ext cx="1186187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466" y="539496"/>
            <a:ext cx="875106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862" y="539496"/>
            <a:ext cx="86082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856" y="539496"/>
            <a:ext cx="861628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23" y="539496"/>
            <a:ext cx="966495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717" y="539496"/>
            <a:ext cx="881456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778" y="539496"/>
            <a:ext cx="883844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25" y="539496"/>
            <a:ext cx="855015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308" y="539496"/>
            <a:ext cx="87873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695" y="539496"/>
            <a:ext cx="872461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nMOS transistor in een gemeenschappelijke source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151" y="539496"/>
            <a:ext cx="887169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nMOS transistor in een gemeenschappelijke drain schakeling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403" y="539496"/>
            <a:ext cx="921319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nMOS transistor in een gemeenschappelijke drain schakeling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396" y="539496"/>
            <a:ext cx="910520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nMOS transistor in een gemeenschappelijke gate schakeling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091" y="539496"/>
            <a:ext cx="931381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Bipolaire transistor configuraties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Gemeenschappelijke emitter</a:t>
            </a:r>
          </a:p>
          <a:p>
            <a:pPr lvl="2"/>
            <a:r>
              <a:t>de ingang is dan verbonden met de basis</a:t>
            </a:r>
          </a:p>
          <a:p>
            <a:pPr lvl="2"/>
            <a:r>
              <a:t>de uitgang is dan verbonden met de collector</a:t>
            </a:r>
          </a:p>
          <a:p>
            <a:pPr lvl="2"/>
            <a:r>
              <a:t>deze transistor werkt als een versterker (amplifier)</a:t>
            </a:r>
          </a:p>
          <a:p>
            <a:pPr lvl="1"/>
            <a:r>
              <a:t>Gemeenschappelijke collector</a:t>
            </a:r>
          </a:p>
          <a:p>
            <a:pPr lvl="2"/>
            <a:r>
              <a:t>de ingang is dan verbonden met de basis</a:t>
            </a:r>
          </a:p>
          <a:p>
            <a:pPr lvl="2"/>
            <a:r>
              <a:t>de uitgang is dan verbonden met de emitter</a:t>
            </a:r>
          </a:p>
          <a:p>
            <a:pPr lvl="2"/>
            <a:r>
              <a:t>de spanning aan de emitter volgt de spanning aan de basis (emitter follower)</a:t>
            </a:r>
          </a:p>
          <a:p>
            <a:pPr lvl="1"/>
            <a:r>
              <a:t>Gemeenschappelijke basis</a:t>
            </a:r>
          </a:p>
          <a:p>
            <a:pPr lvl="2"/>
            <a:r>
              <a:t>de ingang is dan verbonden met de emitter</a:t>
            </a:r>
          </a:p>
          <a:p>
            <a:pPr lvl="2"/>
            <a:r>
              <a:t>de uitgang is dan verbonden met de collector</a:t>
            </a:r>
          </a:p>
          <a:p>
            <a:pPr lvl="2"/>
            <a:r>
              <a:t>de spanning aan de collector wordt bepaald door de stroom aan collector (cascode trap)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De bipolaire transistor geschakeld als 3-terminal component</a:t>
            </a:r>
            <a:endParaRPr sz="2900" b="1" i="0"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npn transistor in een gemeenschappelijke emitter schakeling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378" y="539496"/>
            <a:ext cx="855724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npn transistor in de Gemeenschappelijke Emitter Schakeling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50" y="539496"/>
            <a:ext cx="1108169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npn transistor in de Gemeenschappelijke Emitter Schakeling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03653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900" b="1" i="0">
                <a:latin typeface="Arial"/>
              </a:rPr>
              <a:t>npn transistor in de Gemeenschappelijke Emitter Schakeling</a:t>
            </a:r>
            <a:endParaRPr sz="29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545199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800" b="1" i="0">
                <a:latin typeface="Arial"/>
              </a:rPr>
              <a:t>npn transistor in een gemeenschappelijke collector schakeling</a:t>
            </a:r>
            <a:endParaRPr sz="28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21" y="539496"/>
            <a:ext cx="866115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000" b="1" i="0">
                <a:latin typeface="Arial"/>
              </a:rPr>
              <a:t>npn transistor in een gemeenschappelijke basis schakeling</a:t>
            </a:r>
            <a:endParaRPr sz="30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32" y="539496"/>
            <a:ext cx="1001333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